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1"/>
  </p:notesMasterIdLst>
  <p:handoutMasterIdLst>
    <p:handoutMasterId r:id="rId22"/>
  </p:handoutMasterIdLst>
  <p:sldIdLst>
    <p:sldId id="257" r:id="rId5"/>
    <p:sldId id="272" r:id="rId6"/>
    <p:sldId id="268" r:id="rId7"/>
    <p:sldId id="273" r:id="rId8"/>
    <p:sldId id="274" r:id="rId9"/>
    <p:sldId id="275" r:id="rId10"/>
    <p:sldId id="277" r:id="rId11"/>
    <p:sldId id="284" r:id="rId12"/>
    <p:sldId id="286" r:id="rId13"/>
    <p:sldId id="287" r:id="rId14"/>
    <p:sldId id="278" r:id="rId15"/>
    <p:sldId id="279" r:id="rId16"/>
    <p:sldId id="280" r:id="rId17"/>
    <p:sldId id="281" r:id="rId18"/>
    <p:sldId id="282" r:id="rId19"/>
    <p:sldId id="283" r:id="rId20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2F74"/>
    <a:srgbClr val="394404"/>
    <a:srgbClr val="5F6F0F"/>
    <a:srgbClr val="718412"/>
    <a:srgbClr val="65741A"/>
    <a:srgbClr val="70811D"/>
    <a:srgbClr val="7B8D1F"/>
    <a:srgbClr val="839721"/>
    <a:srgbClr val="95AB25"/>
    <a:srgbClr val="BC5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B1202F-EFC1-4E82-A527-9E17424EE580}" v="1046" dt="2026-06-13T06:02:00.0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9" autoAdjust="0"/>
    <p:restoredTop sz="94679" autoAdjust="0"/>
  </p:normalViewPr>
  <p:slideViewPr>
    <p:cSldViewPr>
      <p:cViewPr varScale="1">
        <p:scale>
          <a:sx n="103" d="100"/>
          <a:sy n="103" d="100"/>
        </p:scale>
        <p:origin x="138" y="115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Usuanlele" userId="029e649d57f90075" providerId="LiveId" clId="{8AC822C5-ABE4-4737-85B1-541D291AB1D4}"/>
    <pc:docChg chg="undo redo custSel addSld delSld modSld sldOrd">
      <pc:chgData name="Kevin Usuanlele" userId="029e649d57f90075" providerId="LiveId" clId="{8AC822C5-ABE4-4737-85B1-541D291AB1D4}" dt="2026-06-13T06:02:27.522" v="5295" actId="1076"/>
      <pc:docMkLst>
        <pc:docMk/>
      </pc:docMkLst>
      <pc:sldChg chg="addSp delSp modSp mod">
        <pc:chgData name="Kevin Usuanlele" userId="029e649d57f90075" providerId="LiveId" clId="{8AC822C5-ABE4-4737-85B1-541D291AB1D4}" dt="2026-06-13T04:52:13.326" v="4604" actId="1076"/>
        <pc:sldMkLst>
          <pc:docMk/>
          <pc:sldMk cId="3529114326" sldId="268"/>
        </pc:sldMkLst>
        <pc:spChg chg="add mod">
          <ac:chgData name="Kevin Usuanlele" userId="029e649d57f90075" providerId="LiveId" clId="{8AC822C5-ABE4-4737-85B1-541D291AB1D4}" dt="2026-06-13T04:52:13.326" v="4604" actId="1076"/>
          <ac:spMkLst>
            <pc:docMk/>
            <pc:sldMk cId="3529114326" sldId="268"/>
            <ac:spMk id="4" creationId="{C6EA5DEE-4B20-F9D1-8C1F-F25E0EAC04DB}"/>
          </ac:spMkLst>
        </pc:spChg>
        <pc:spChg chg="mod">
          <ac:chgData name="Kevin Usuanlele" userId="029e649d57f90075" providerId="LiveId" clId="{8AC822C5-ABE4-4737-85B1-541D291AB1D4}" dt="2026-06-13T04:51:14.852" v="4603" actId="120"/>
          <ac:spMkLst>
            <pc:docMk/>
            <pc:sldMk cId="3529114326" sldId="268"/>
            <ac:spMk id="13" creationId="{00000000-0000-0000-0000-000000000000}"/>
          </ac:spMkLst>
        </pc:spChg>
      </pc:sldChg>
      <pc:sldChg chg="addSp delSp modSp new mod ord modClrScheme chgLayout">
        <pc:chgData name="Kevin Usuanlele" userId="029e649d57f90075" providerId="LiveId" clId="{8AC822C5-ABE4-4737-85B1-541D291AB1D4}" dt="2026-06-13T04:56:59.922" v="4636" actId="1076"/>
        <pc:sldMkLst>
          <pc:docMk/>
          <pc:sldMk cId="2475909158" sldId="272"/>
        </pc:sldMkLst>
        <pc:spChg chg="add mod">
          <ac:chgData name="Kevin Usuanlele" userId="029e649d57f90075" providerId="LiveId" clId="{8AC822C5-ABE4-4737-85B1-541D291AB1D4}" dt="2026-06-13T04:48:39.870" v="4578" actId="208"/>
          <ac:spMkLst>
            <pc:docMk/>
            <pc:sldMk cId="2475909158" sldId="272"/>
            <ac:spMk id="2" creationId="{369D8839-03EC-3039-529E-0F9E465D532E}"/>
          </ac:spMkLst>
        </pc:spChg>
        <pc:spChg chg="add mod">
          <ac:chgData name="Kevin Usuanlele" userId="029e649d57f90075" providerId="LiveId" clId="{8AC822C5-ABE4-4737-85B1-541D291AB1D4}" dt="2026-06-13T04:49:05.261" v="4582" actId="208"/>
          <ac:spMkLst>
            <pc:docMk/>
            <pc:sldMk cId="2475909158" sldId="272"/>
            <ac:spMk id="3" creationId="{A853C801-FBB5-B181-88F1-8F5BFA936DBF}"/>
          </ac:spMkLst>
        </pc:spChg>
        <pc:spChg chg="add mod">
          <ac:chgData name="Kevin Usuanlele" userId="029e649d57f90075" providerId="LiveId" clId="{8AC822C5-ABE4-4737-85B1-541D291AB1D4}" dt="2026-06-13T04:48:48.218" v="4579" actId="208"/>
          <ac:spMkLst>
            <pc:docMk/>
            <pc:sldMk cId="2475909158" sldId="272"/>
            <ac:spMk id="4" creationId="{3E74D8D3-C466-6B55-327D-7406664EB552}"/>
          </ac:spMkLst>
        </pc:spChg>
        <pc:spChg chg="add mod ord">
          <ac:chgData name="Kevin Usuanlele" userId="029e649d57f90075" providerId="LiveId" clId="{8AC822C5-ABE4-4737-85B1-541D291AB1D4}" dt="2026-06-09T01:22:21.978" v="1009" actId="113"/>
          <ac:spMkLst>
            <pc:docMk/>
            <pc:sldMk cId="2475909158" sldId="272"/>
            <ac:spMk id="6" creationId="{81AD6AC9-1891-DFB3-CA46-7F413F76B27E}"/>
          </ac:spMkLst>
        </pc:spChg>
        <pc:spChg chg="add mod ord">
          <ac:chgData name="Kevin Usuanlele" userId="029e649d57f90075" providerId="LiveId" clId="{8AC822C5-ABE4-4737-85B1-541D291AB1D4}" dt="2026-06-13T04:48:34.207" v="4577" actId="208"/>
          <ac:spMkLst>
            <pc:docMk/>
            <pc:sldMk cId="2475909158" sldId="272"/>
            <ac:spMk id="7" creationId="{0438B529-AAC1-F6F3-5271-B3BDBD908023}"/>
          </ac:spMkLst>
        </pc:spChg>
        <pc:spChg chg="add mod ord">
          <ac:chgData name="Kevin Usuanlele" userId="029e649d57f90075" providerId="LiveId" clId="{8AC822C5-ABE4-4737-85B1-541D291AB1D4}" dt="2026-06-13T04:56:35.229" v="4632" actId="122"/>
          <ac:spMkLst>
            <pc:docMk/>
            <pc:sldMk cId="2475909158" sldId="272"/>
            <ac:spMk id="8" creationId="{B55A013B-638D-7F37-2E7A-3A111297EA9B}"/>
          </ac:spMkLst>
        </pc:spChg>
        <pc:spChg chg="add mod">
          <ac:chgData name="Kevin Usuanlele" userId="029e649d57f90075" providerId="LiveId" clId="{8AC822C5-ABE4-4737-85B1-541D291AB1D4}" dt="2026-06-13T04:56:38.570" v="4633" actId="122"/>
          <ac:spMkLst>
            <pc:docMk/>
            <pc:sldMk cId="2475909158" sldId="272"/>
            <ac:spMk id="13" creationId="{DB27B657-BF49-E306-B1F8-AD4D600C4F7C}"/>
          </ac:spMkLst>
        </pc:spChg>
        <pc:spChg chg="add mod">
          <ac:chgData name="Kevin Usuanlele" userId="029e649d57f90075" providerId="LiveId" clId="{8AC822C5-ABE4-4737-85B1-541D291AB1D4}" dt="2026-06-13T04:56:59.922" v="4636" actId="1076"/>
          <ac:spMkLst>
            <pc:docMk/>
            <pc:sldMk cId="2475909158" sldId="272"/>
            <ac:spMk id="14" creationId="{541D18A8-9942-F0E6-3913-859D1FBCC515}"/>
          </ac:spMkLst>
        </pc:spChg>
        <pc:spChg chg="add mod">
          <ac:chgData name="Kevin Usuanlele" userId="029e649d57f90075" providerId="LiveId" clId="{8AC822C5-ABE4-4737-85B1-541D291AB1D4}" dt="2026-06-13T04:49:02.549" v="4581" actId="207"/>
          <ac:spMkLst>
            <pc:docMk/>
            <pc:sldMk cId="2475909158" sldId="272"/>
            <ac:spMk id="15" creationId="{17CA847C-E497-B2E8-58C1-A17B480192E8}"/>
          </ac:spMkLst>
        </pc:spChg>
        <pc:spChg chg="add mod">
          <ac:chgData name="Kevin Usuanlele" userId="029e649d57f90075" providerId="LiveId" clId="{8AC822C5-ABE4-4737-85B1-541D291AB1D4}" dt="2026-06-13T04:56:53.253" v="4635" actId="1076"/>
          <ac:spMkLst>
            <pc:docMk/>
            <pc:sldMk cId="2475909158" sldId="272"/>
            <ac:spMk id="16" creationId="{D79C9FF9-DD8D-9237-9AAD-79A8B8229E55}"/>
          </ac:spMkLst>
        </pc:spChg>
      </pc:sldChg>
      <pc:sldChg chg="modSp add mod">
        <pc:chgData name="Kevin Usuanlele" userId="029e649d57f90075" providerId="LiveId" clId="{8AC822C5-ABE4-4737-85B1-541D291AB1D4}" dt="2026-06-13T04:50:33.726" v="4601" actId="207"/>
        <pc:sldMkLst>
          <pc:docMk/>
          <pc:sldMk cId="668135638" sldId="273"/>
        </pc:sldMkLst>
        <pc:spChg chg="mod">
          <ac:chgData name="Kevin Usuanlele" userId="029e649d57f90075" providerId="LiveId" clId="{8AC822C5-ABE4-4737-85B1-541D291AB1D4}" dt="2026-06-09T01:19:05.469" v="905" actId="20577"/>
          <ac:spMkLst>
            <pc:docMk/>
            <pc:sldMk cId="668135638" sldId="273"/>
            <ac:spMk id="13" creationId="{FFFC5A47-905C-2AC8-9B41-6B15C26F366F}"/>
          </ac:spMkLst>
        </pc:spChg>
        <pc:spChg chg="mod">
          <ac:chgData name="Kevin Usuanlele" userId="029e649d57f90075" providerId="LiveId" clId="{8AC822C5-ABE4-4737-85B1-541D291AB1D4}" dt="2026-06-13T04:50:33.726" v="4601" actId="207"/>
          <ac:spMkLst>
            <pc:docMk/>
            <pc:sldMk cId="668135638" sldId="273"/>
            <ac:spMk id="14" creationId="{CED46E2C-D403-6454-7745-EF33F7AA8144}"/>
          </ac:spMkLst>
        </pc:spChg>
      </pc:sldChg>
      <pc:sldChg chg="modSp add mod">
        <pc:chgData name="Kevin Usuanlele" userId="029e649d57f90075" providerId="LiveId" clId="{8AC822C5-ABE4-4737-85B1-541D291AB1D4}" dt="2026-06-13T04:50:30.858" v="4600" actId="207"/>
        <pc:sldMkLst>
          <pc:docMk/>
          <pc:sldMk cId="2521891401" sldId="274"/>
        </pc:sldMkLst>
        <pc:spChg chg="mod">
          <ac:chgData name="Kevin Usuanlele" userId="029e649d57f90075" providerId="LiveId" clId="{8AC822C5-ABE4-4737-85B1-541D291AB1D4}" dt="2026-06-09T02:54:21.252" v="2475" actId="20577"/>
          <ac:spMkLst>
            <pc:docMk/>
            <pc:sldMk cId="2521891401" sldId="274"/>
            <ac:spMk id="13" creationId="{666C5C2E-2DBA-C004-6221-642513E998DC}"/>
          </ac:spMkLst>
        </pc:spChg>
        <pc:spChg chg="mod">
          <ac:chgData name="Kevin Usuanlele" userId="029e649d57f90075" providerId="LiveId" clId="{8AC822C5-ABE4-4737-85B1-541D291AB1D4}" dt="2026-06-13T04:50:30.858" v="4600" actId="207"/>
          <ac:spMkLst>
            <pc:docMk/>
            <pc:sldMk cId="2521891401" sldId="274"/>
            <ac:spMk id="14" creationId="{4B871366-A0FA-9112-574F-56CFDEEDB216}"/>
          </ac:spMkLst>
        </pc:spChg>
      </pc:sldChg>
      <pc:sldChg chg="modSp add mod">
        <pc:chgData name="Kevin Usuanlele" userId="029e649d57f90075" providerId="LiveId" clId="{8AC822C5-ABE4-4737-85B1-541D291AB1D4}" dt="2026-06-13T04:50:28.180" v="4599" actId="207"/>
        <pc:sldMkLst>
          <pc:docMk/>
          <pc:sldMk cId="399944223" sldId="275"/>
        </pc:sldMkLst>
        <pc:spChg chg="mod">
          <ac:chgData name="Kevin Usuanlele" userId="029e649d57f90075" providerId="LiveId" clId="{8AC822C5-ABE4-4737-85B1-541D291AB1D4}" dt="2026-06-09T01:19:34.539" v="933" actId="20577"/>
          <ac:spMkLst>
            <pc:docMk/>
            <pc:sldMk cId="399944223" sldId="275"/>
            <ac:spMk id="13" creationId="{3FA84599-2469-E1E2-93E0-7921F86A7A13}"/>
          </ac:spMkLst>
        </pc:spChg>
        <pc:spChg chg="mod">
          <ac:chgData name="Kevin Usuanlele" userId="029e649d57f90075" providerId="LiveId" clId="{8AC822C5-ABE4-4737-85B1-541D291AB1D4}" dt="2026-06-13T04:50:28.180" v="4599" actId="207"/>
          <ac:spMkLst>
            <pc:docMk/>
            <pc:sldMk cId="399944223" sldId="275"/>
            <ac:spMk id="14" creationId="{149D5ADE-CEC7-85DC-D90B-7730A1C08028}"/>
          </ac:spMkLst>
        </pc:spChg>
      </pc:sldChg>
      <pc:sldChg chg="modSp add del mod">
        <pc:chgData name="Kevin Usuanlele" userId="029e649d57f90075" providerId="LiveId" clId="{8AC822C5-ABE4-4737-85B1-541D291AB1D4}" dt="2026-06-13T04:49:43.860" v="4589" actId="47"/>
        <pc:sldMkLst>
          <pc:docMk/>
          <pc:sldMk cId="43609409" sldId="276"/>
        </pc:sldMkLst>
      </pc:sldChg>
      <pc:sldChg chg="addSp delSp modSp add mod">
        <pc:chgData name="Kevin Usuanlele" userId="029e649d57f90075" providerId="LiveId" clId="{8AC822C5-ABE4-4737-85B1-541D291AB1D4}" dt="2026-06-13T04:52:42.788" v="4605" actId="207"/>
        <pc:sldMkLst>
          <pc:docMk/>
          <pc:sldMk cId="1994036475" sldId="277"/>
        </pc:sldMkLst>
        <pc:spChg chg="mod">
          <ac:chgData name="Kevin Usuanlele" userId="029e649d57f90075" providerId="LiveId" clId="{8AC822C5-ABE4-4737-85B1-541D291AB1D4}" dt="2026-06-13T04:52:42.788" v="4605" actId="207"/>
          <ac:spMkLst>
            <pc:docMk/>
            <pc:sldMk cId="1994036475" sldId="277"/>
            <ac:spMk id="13" creationId="{3A0D4E55-AF24-694F-67E4-45D658DC26C0}"/>
          </ac:spMkLst>
        </pc:spChg>
        <pc:spChg chg="mod">
          <ac:chgData name="Kevin Usuanlele" userId="029e649d57f90075" providerId="LiveId" clId="{8AC822C5-ABE4-4737-85B1-541D291AB1D4}" dt="2026-06-13T04:50:25.621" v="4598" actId="207"/>
          <ac:spMkLst>
            <pc:docMk/>
            <pc:sldMk cId="1994036475" sldId="277"/>
            <ac:spMk id="14" creationId="{52BF0F2C-2F44-76DF-96C4-11281856AB36}"/>
          </ac:spMkLst>
        </pc:spChg>
      </pc:sldChg>
      <pc:sldChg chg="modSp add mod">
        <pc:chgData name="Kevin Usuanlele" userId="029e649d57f90075" providerId="LiveId" clId="{8AC822C5-ABE4-4737-85B1-541D291AB1D4}" dt="2026-06-13T04:50:22.596" v="4597" actId="207"/>
        <pc:sldMkLst>
          <pc:docMk/>
          <pc:sldMk cId="3262527649" sldId="278"/>
        </pc:sldMkLst>
        <pc:spChg chg="mod">
          <ac:chgData name="Kevin Usuanlele" userId="029e649d57f90075" providerId="LiveId" clId="{8AC822C5-ABE4-4737-85B1-541D291AB1D4}" dt="2026-06-09T01:21:41.379" v="1006" actId="20577"/>
          <ac:spMkLst>
            <pc:docMk/>
            <pc:sldMk cId="3262527649" sldId="278"/>
            <ac:spMk id="13" creationId="{8C6A66DB-2A25-A406-0B74-34FE3C3F9F42}"/>
          </ac:spMkLst>
        </pc:spChg>
        <pc:spChg chg="mod">
          <ac:chgData name="Kevin Usuanlele" userId="029e649d57f90075" providerId="LiveId" clId="{8AC822C5-ABE4-4737-85B1-541D291AB1D4}" dt="2026-06-13T04:50:22.596" v="4597" actId="207"/>
          <ac:spMkLst>
            <pc:docMk/>
            <pc:sldMk cId="3262527649" sldId="278"/>
            <ac:spMk id="14" creationId="{986ED1DD-0D3F-285B-5EE8-D7928DAEDF05}"/>
          </ac:spMkLst>
        </pc:spChg>
      </pc:sldChg>
      <pc:sldChg chg="addSp delSp modSp new mod ord">
        <pc:chgData name="Kevin Usuanlele" userId="029e649d57f90075" providerId="LiveId" clId="{8AC822C5-ABE4-4737-85B1-541D291AB1D4}" dt="2026-06-13T05:10:40.773" v="4928" actId="208"/>
        <pc:sldMkLst>
          <pc:docMk/>
          <pc:sldMk cId="416676393" sldId="279"/>
        </pc:sldMkLst>
        <pc:spChg chg="mod">
          <ac:chgData name="Kevin Usuanlele" userId="029e649d57f90075" providerId="LiveId" clId="{8AC822C5-ABE4-4737-85B1-541D291AB1D4}" dt="2026-06-13T05:02:43.765" v="4710" actId="1076"/>
          <ac:spMkLst>
            <pc:docMk/>
            <pc:sldMk cId="416676393" sldId="279"/>
            <ac:spMk id="2" creationId="{7B35A18D-F46B-6CE9-2000-9C640FEE5252}"/>
          </ac:spMkLst>
        </pc:spChg>
        <pc:spChg chg="del mod">
          <ac:chgData name="Kevin Usuanlele" userId="029e649d57f90075" providerId="LiveId" clId="{8AC822C5-ABE4-4737-85B1-541D291AB1D4}" dt="2026-06-13T04:59:22.832" v="4637" actId="478"/>
          <ac:spMkLst>
            <pc:docMk/>
            <pc:sldMk cId="416676393" sldId="279"/>
            <ac:spMk id="3" creationId="{944A94BE-3CF8-D0F9-D32C-BB404215C6D5}"/>
          </ac:spMkLst>
        </pc:spChg>
        <pc:spChg chg="add del mod">
          <ac:chgData name="Kevin Usuanlele" userId="029e649d57f90075" providerId="LiveId" clId="{8AC822C5-ABE4-4737-85B1-541D291AB1D4}" dt="2026-06-13T04:59:27.016" v="4638" actId="478"/>
          <ac:spMkLst>
            <pc:docMk/>
            <pc:sldMk cId="416676393" sldId="279"/>
            <ac:spMk id="5" creationId="{58D7EAE2-D6F8-58C3-E7E0-4876DA01DC4C}"/>
          </ac:spMkLst>
        </pc:spChg>
        <pc:spChg chg="add mod">
          <ac:chgData name="Kevin Usuanlele" userId="029e649d57f90075" providerId="LiveId" clId="{8AC822C5-ABE4-4737-85B1-541D291AB1D4}" dt="2026-06-13T05:03:04.647" v="4714" actId="113"/>
          <ac:spMkLst>
            <pc:docMk/>
            <pc:sldMk cId="416676393" sldId="279"/>
            <ac:spMk id="6" creationId="{2A4AA24E-2E64-97BF-079A-89CB2A2A1849}"/>
          </ac:spMkLst>
        </pc:spChg>
        <pc:spChg chg="add mod">
          <ac:chgData name="Kevin Usuanlele" userId="029e649d57f90075" providerId="LiveId" clId="{8AC822C5-ABE4-4737-85B1-541D291AB1D4}" dt="2026-06-13T05:00:05.656" v="4658"/>
          <ac:spMkLst>
            <pc:docMk/>
            <pc:sldMk cId="416676393" sldId="279"/>
            <ac:spMk id="7" creationId="{9E42D9CD-B646-39BF-EA68-90FF32273332}"/>
          </ac:spMkLst>
        </pc:spChg>
        <pc:spChg chg="add mod">
          <ac:chgData name="Kevin Usuanlele" userId="029e649d57f90075" providerId="LiveId" clId="{8AC822C5-ABE4-4737-85B1-541D291AB1D4}" dt="2026-06-13T05:03:06.451" v="4715" actId="113"/>
          <ac:spMkLst>
            <pc:docMk/>
            <pc:sldMk cId="416676393" sldId="279"/>
            <ac:spMk id="8" creationId="{5ED929A0-3EFC-2E63-C85D-8DE4AAE60354}"/>
          </ac:spMkLst>
        </pc:spChg>
        <pc:spChg chg="add mod">
          <ac:chgData name="Kevin Usuanlele" userId="029e649d57f90075" providerId="LiveId" clId="{8AC822C5-ABE4-4737-85B1-541D291AB1D4}" dt="2026-06-13T05:03:07.639" v="4716" actId="113"/>
          <ac:spMkLst>
            <pc:docMk/>
            <pc:sldMk cId="416676393" sldId="279"/>
            <ac:spMk id="9" creationId="{EDDC459F-153B-A0D6-955B-242E0A395939}"/>
          </ac:spMkLst>
        </pc:spChg>
        <pc:spChg chg="add mod">
          <ac:chgData name="Kevin Usuanlele" userId="029e649d57f90075" providerId="LiveId" clId="{8AC822C5-ABE4-4737-85B1-541D291AB1D4}" dt="2026-06-13T05:10:33.849" v="4926" actId="208"/>
          <ac:spMkLst>
            <pc:docMk/>
            <pc:sldMk cId="416676393" sldId="279"/>
            <ac:spMk id="10" creationId="{C235B565-2FB1-911F-547B-CFFEB7A087EC}"/>
          </ac:spMkLst>
        </pc:spChg>
        <pc:spChg chg="add mod">
          <ac:chgData name="Kevin Usuanlele" userId="029e649d57f90075" providerId="LiveId" clId="{8AC822C5-ABE4-4737-85B1-541D291AB1D4}" dt="2026-06-13T05:10:37.924" v="4927" actId="208"/>
          <ac:spMkLst>
            <pc:docMk/>
            <pc:sldMk cId="416676393" sldId="279"/>
            <ac:spMk id="11" creationId="{EFE0D546-23ED-9279-27BF-BBB745104B9C}"/>
          </ac:spMkLst>
        </pc:spChg>
        <pc:spChg chg="add mod">
          <ac:chgData name="Kevin Usuanlele" userId="029e649d57f90075" providerId="LiveId" clId="{8AC822C5-ABE4-4737-85B1-541D291AB1D4}" dt="2026-06-13T05:10:40.773" v="4928" actId="208"/>
          <ac:spMkLst>
            <pc:docMk/>
            <pc:sldMk cId="416676393" sldId="279"/>
            <ac:spMk id="12" creationId="{49A3372E-6D51-8784-533B-D7D9EB3F962B}"/>
          </ac:spMkLst>
        </pc:spChg>
        <pc:spChg chg="add mod">
          <ac:chgData name="Kevin Usuanlele" userId="029e649d57f90075" providerId="LiveId" clId="{8AC822C5-ABE4-4737-85B1-541D291AB1D4}" dt="2026-06-13T05:08:26.082" v="4923" actId="113"/>
          <ac:spMkLst>
            <pc:docMk/>
            <pc:sldMk cId="416676393" sldId="279"/>
            <ac:spMk id="13" creationId="{B027BBC5-351D-28DF-DA15-EE9B15B86E4D}"/>
          </ac:spMkLst>
        </pc:spChg>
        <pc:spChg chg="add mod">
          <ac:chgData name="Kevin Usuanlele" userId="029e649d57f90075" providerId="LiveId" clId="{8AC822C5-ABE4-4737-85B1-541D291AB1D4}" dt="2026-06-13T05:08:27.349" v="4924" actId="113"/>
          <ac:spMkLst>
            <pc:docMk/>
            <pc:sldMk cId="416676393" sldId="279"/>
            <ac:spMk id="14" creationId="{7FAE0BDA-BF53-2B1E-9D96-71D79082380F}"/>
          </ac:spMkLst>
        </pc:spChg>
        <pc:spChg chg="add mod">
          <ac:chgData name="Kevin Usuanlele" userId="029e649d57f90075" providerId="LiveId" clId="{8AC822C5-ABE4-4737-85B1-541D291AB1D4}" dt="2026-06-13T05:08:28.720" v="4925" actId="113"/>
          <ac:spMkLst>
            <pc:docMk/>
            <pc:sldMk cId="416676393" sldId="279"/>
            <ac:spMk id="15" creationId="{12150B25-749B-2E9A-6E38-5B6F9ABD8979}"/>
          </ac:spMkLst>
        </pc:spChg>
        <pc:spChg chg="add mod">
          <ac:chgData name="Kevin Usuanlele" userId="029e649d57f90075" providerId="LiveId" clId="{8AC822C5-ABE4-4737-85B1-541D291AB1D4}" dt="2026-06-13T05:08:11.907" v="4918" actId="208"/>
          <ac:spMkLst>
            <pc:docMk/>
            <pc:sldMk cId="416676393" sldId="279"/>
            <ac:spMk id="16" creationId="{8B93EE73-BF0C-8055-C605-3326E49F8470}"/>
          </ac:spMkLst>
        </pc:spChg>
        <pc:spChg chg="add mod">
          <ac:chgData name="Kevin Usuanlele" userId="029e649d57f90075" providerId="LiveId" clId="{8AC822C5-ABE4-4737-85B1-541D291AB1D4}" dt="2026-06-13T05:08:16.570" v="4920" actId="208"/>
          <ac:spMkLst>
            <pc:docMk/>
            <pc:sldMk cId="416676393" sldId="279"/>
            <ac:spMk id="17" creationId="{765626D2-B2CB-9E50-3C9E-60B965879B3B}"/>
          </ac:spMkLst>
        </pc:spChg>
        <pc:spChg chg="add mod">
          <ac:chgData name="Kevin Usuanlele" userId="029e649d57f90075" providerId="LiveId" clId="{8AC822C5-ABE4-4737-85B1-541D291AB1D4}" dt="2026-06-13T05:08:20.799" v="4921" actId="208"/>
          <ac:spMkLst>
            <pc:docMk/>
            <pc:sldMk cId="416676393" sldId="279"/>
            <ac:spMk id="18" creationId="{972D5FB7-9270-9EFE-8452-2D7A1E2307CA}"/>
          </ac:spMkLst>
        </pc:spChg>
        <pc:spChg chg="add mod">
          <ac:chgData name="Kevin Usuanlele" userId="029e649d57f90075" providerId="LiveId" clId="{8AC822C5-ABE4-4737-85B1-541D291AB1D4}" dt="2026-06-13T05:08:23.765" v="4922"/>
          <ac:spMkLst>
            <pc:docMk/>
            <pc:sldMk cId="416676393" sldId="279"/>
            <ac:spMk id="19" creationId="{409ECB18-989B-1906-56F3-E3027C8FC3A2}"/>
          </ac:spMkLst>
        </pc:spChg>
      </pc:sldChg>
      <pc:sldChg chg="addSp delSp modSp new mod">
        <pc:chgData name="Kevin Usuanlele" userId="029e649d57f90075" providerId="LiveId" clId="{8AC822C5-ABE4-4737-85B1-541D291AB1D4}" dt="2026-06-13T05:47:21.863" v="5146" actId="14100"/>
        <pc:sldMkLst>
          <pc:docMk/>
          <pc:sldMk cId="2050122547" sldId="280"/>
        </pc:sldMkLst>
        <pc:spChg chg="mod">
          <ac:chgData name="Kevin Usuanlele" userId="029e649d57f90075" providerId="LiveId" clId="{8AC822C5-ABE4-4737-85B1-541D291AB1D4}" dt="2026-06-13T05:20:32.525" v="4959" actId="14100"/>
          <ac:spMkLst>
            <pc:docMk/>
            <pc:sldMk cId="2050122547" sldId="280"/>
            <ac:spMk id="2" creationId="{25D90D1F-4D76-E328-A69C-0BE8B996D150}"/>
          </ac:spMkLst>
        </pc:spChg>
        <pc:spChg chg="del">
          <ac:chgData name="Kevin Usuanlele" userId="029e649d57f90075" providerId="LiveId" clId="{8AC822C5-ABE4-4737-85B1-541D291AB1D4}" dt="2026-06-13T05:17:08.458" v="4940" actId="478"/>
          <ac:spMkLst>
            <pc:docMk/>
            <pc:sldMk cId="2050122547" sldId="280"/>
            <ac:spMk id="3" creationId="{56E2FC5C-82FA-BA20-4AC8-297566F801C3}"/>
          </ac:spMkLst>
        </pc:spChg>
        <pc:spChg chg="add mod">
          <ac:chgData name="Kevin Usuanlele" userId="029e649d57f90075" providerId="LiveId" clId="{8AC822C5-ABE4-4737-85B1-541D291AB1D4}" dt="2026-06-13T05:47:04.690" v="5144" actId="113"/>
          <ac:spMkLst>
            <pc:docMk/>
            <pc:sldMk cId="2050122547" sldId="280"/>
            <ac:spMk id="7" creationId="{616376F4-8B40-55EB-98B2-CEDE64D57010}"/>
          </ac:spMkLst>
        </pc:spChg>
        <pc:spChg chg="add mod">
          <ac:chgData name="Kevin Usuanlele" userId="029e649d57f90075" providerId="LiveId" clId="{8AC822C5-ABE4-4737-85B1-541D291AB1D4}" dt="2026-06-13T05:47:02.273" v="5143" actId="113"/>
          <ac:spMkLst>
            <pc:docMk/>
            <pc:sldMk cId="2050122547" sldId="280"/>
            <ac:spMk id="8" creationId="{1E584ABB-E548-2310-6BBD-5A29B1330B79}"/>
          </ac:spMkLst>
        </pc:spChg>
        <pc:spChg chg="add mod">
          <ac:chgData name="Kevin Usuanlele" userId="029e649d57f90075" providerId="LiveId" clId="{8AC822C5-ABE4-4737-85B1-541D291AB1D4}" dt="2026-06-13T05:46:24.498" v="5139" actId="6549"/>
          <ac:spMkLst>
            <pc:docMk/>
            <pc:sldMk cId="2050122547" sldId="280"/>
            <ac:spMk id="9" creationId="{C5EE21B6-0592-4DDB-63A5-FBADB9A350E5}"/>
          </ac:spMkLst>
        </pc:spChg>
        <pc:spChg chg="add mod">
          <ac:chgData name="Kevin Usuanlele" userId="029e649d57f90075" providerId="LiveId" clId="{8AC822C5-ABE4-4737-85B1-541D291AB1D4}" dt="2026-06-13T05:47:21.863" v="5146" actId="14100"/>
          <ac:spMkLst>
            <pc:docMk/>
            <pc:sldMk cId="2050122547" sldId="280"/>
            <ac:spMk id="10" creationId="{0B1763D7-5686-938D-5A64-39F116867B89}"/>
          </ac:spMkLst>
        </pc:spChg>
        <pc:graphicFrameChg chg="add mod">
          <ac:chgData name="Kevin Usuanlele" userId="029e649d57f90075" providerId="LiveId" clId="{8AC822C5-ABE4-4737-85B1-541D291AB1D4}" dt="2026-06-13T05:16:31.403" v="4931"/>
          <ac:graphicFrameMkLst>
            <pc:docMk/>
            <pc:sldMk cId="2050122547" sldId="280"/>
            <ac:graphicFrameMk id="4" creationId="{71AC203C-90C3-FB43-FFF5-45791CC99097}"/>
          </ac:graphicFrameMkLst>
        </pc:graphicFrameChg>
        <pc:graphicFrameChg chg="add mod">
          <ac:chgData name="Kevin Usuanlele" userId="029e649d57f90075" providerId="LiveId" clId="{8AC822C5-ABE4-4737-85B1-541D291AB1D4}" dt="2026-06-13T05:16:40.385" v="4935"/>
          <ac:graphicFrameMkLst>
            <pc:docMk/>
            <pc:sldMk cId="2050122547" sldId="280"/>
            <ac:graphicFrameMk id="5" creationId="{71AC203C-90C3-FB43-FFF5-45791CC99097}"/>
          </ac:graphicFrameMkLst>
        </pc:graphicFrameChg>
        <pc:graphicFrameChg chg="add mod">
          <ac:chgData name="Kevin Usuanlele" userId="029e649d57f90075" providerId="LiveId" clId="{8AC822C5-ABE4-4737-85B1-541D291AB1D4}" dt="2026-06-13T05:20:42.095" v="4963" actId="14100"/>
          <ac:graphicFrameMkLst>
            <pc:docMk/>
            <pc:sldMk cId="2050122547" sldId="280"/>
            <ac:graphicFrameMk id="6" creationId="{71AC203C-90C3-FB43-FFF5-45791CC99097}"/>
          </ac:graphicFrameMkLst>
        </pc:graphicFrameChg>
      </pc:sldChg>
      <pc:sldChg chg="modSp new mod">
        <pc:chgData name="Kevin Usuanlele" userId="029e649d57f90075" providerId="LiveId" clId="{8AC822C5-ABE4-4737-85B1-541D291AB1D4}" dt="2026-06-09T01:40:25.688" v="1290" actId="207"/>
        <pc:sldMkLst>
          <pc:docMk/>
          <pc:sldMk cId="1008899190" sldId="281"/>
        </pc:sldMkLst>
        <pc:spChg chg="mod">
          <ac:chgData name="Kevin Usuanlele" userId="029e649d57f90075" providerId="LiveId" clId="{8AC822C5-ABE4-4737-85B1-541D291AB1D4}" dt="2026-06-09T01:40:25.688" v="1290" actId="207"/>
          <ac:spMkLst>
            <pc:docMk/>
            <pc:sldMk cId="1008899190" sldId="281"/>
            <ac:spMk id="2" creationId="{53D31836-3453-9696-F098-9193CB1D680E}"/>
          </ac:spMkLst>
        </pc:spChg>
      </pc:sldChg>
      <pc:sldChg chg="modSp new mod">
        <pc:chgData name="Kevin Usuanlele" userId="029e649d57f90075" providerId="LiveId" clId="{8AC822C5-ABE4-4737-85B1-541D291AB1D4}" dt="2026-06-09T01:40:52.221" v="1321" actId="207"/>
        <pc:sldMkLst>
          <pc:docMk/>
          <pc:sldMk cId="1098045731" sldId="282"/>
        </pc:sldMkLst>
        <pc:spChg chg="mod">
          <ac:chgData name="Kevin Usuanlele" userId="029e649d57f90075" providerId="LiveId" clId="{8AC822C5-ABE4-4737-85B1-541D291AB1D4}" dt="2026-06-09T01:40:52.221" v="1321" actId="207"/>
          <ac:spMkLst>
            <pc:docMk/>
            <pc:sldMk cId="1098045731" sldId="282"/>
            <ac:spMk id="2" creationId="{C161CB4E-23D7-B320-2967-DFBD51A5CF31}"/>
          </ac:spMkLst>
        </pc:spChg>
      </pc:sldChg>
      <pc:sldChg chg="modSp new mod">
        <pc:chgData name="Kevin Usuanlele" userId="029e649d57f90075" providerId="LiveId" clId="{8AC822C5-ABE4-4737-85B1-541D291AB1D4}" dt="2026-06-09T01:41:58.030" v="1341" actId="207"/>
        <pc:sldMkLst>
          <pc:docMk/>
          <pc:sldMk cId="4123023381" sldId="283"/>
        </pc:sldMkLst>
        <pc:spChg chg="mod">
          <ac:chgData name="Kevin Usuanlele" userId="029e649d57f90075" providerId="LiveId" clId="{8AC822C5-ABE4-4737-85B1-541D291AB1D4}" dt="2026-06-09T01:41:58.030" v="1341" actId="207"/>
          <ac:spMkLst>
            <pc:docMk/>
            <pc:sldMk cId="4123023381" sldId="283"/>
            <ac:spMk id="2" creationId="{D9559242-1815-6264-DC9A-B3531C3C0D4F}"/>
          </ac:spMkLst>
        </pc:spChg>
      </pc:sldChg>
      <pc:sldChg chg="addSp modSp add mod">
        <pc:chgData name="Kevin Usuanlele" userId="029e649d57f90075" providerId="LiveId" clId="{8AC822C5-ABE4-4737-85B1-541D291AB1D4}" dt="2026-06-13T04:56:12.930" v="4631" actId="113"/>
        <pc:sldMkLst>
          <pc:docMk/>
          <pc:sldMk cId="1012323790" sldId="284"/>
        </pc:sldMkLst>
        <pc:spChg chg="add mod">
          <ac:chgData name="Kevin Usuanlele" userId="029e649d57f90075" providerId="LiveId" clId="{8AC822C5-ABE4-4737-85B1-541D291AB1D4}" dt="2026-06-13T04:53:39.539" v="4611" actId="207"/>
          <ac:spMkLst>
            <pc:docMk/>
            <pc:sldMk cId="1012323790" sldId="284"/>
            <ac:spMk id="2" creationId="{E279975D-C486-2039-EEC6-0EDE1099E86E}"/>
          </ac:spMkLst>
        </pc:spChg>
        <pc:spChg chg="add mod">
          <ac:chgData name="Kevin Usuanlele" userId="029e649d57f90075" providerId="LiveId" clId="{8AC822C5-ABE4-4737-85B1-541D291AB1D4}" dt="2026-06-13T04:55:48.586" v="4630" actId="208"/>
          <ac:spMkLst>
            <pc:docMk/>
            <pc:sldMk cId="1012323790" sldId="284"/>
            <ac:spMk id="3" creationId="{6439B8C4-5C6E-F145-E8AB-D272188C3836}"/>
          </ac:spMkLst>
        </pc:spChg>
        <pc:spChg chg="add mod">
          <ac:chgData name="Kevin Usuanlele" userId="029e649d57f90075" providerId="LiveId" clId="{8AC822C5-ABE4-4737-85B1-541D291AB1D4}" dt="2026-06-13T04:55:41.836" v="4629" actId="208"/>
          <ac:spMkLst>
            <pc:docMk/>
            <pc:sldMk cId="1012323790" sldId="284"/>
            <ac:spMk id="4" creationId="{A806446E-D11E-BF7B-A179-473AE050E1EA}"/>
          </ac:spMkLst>
        </pc:spChg>
        <pc:spChg chg="mod">
          <ac:chgData name="Kevin Usuanlele" userId="029e649d57f90075" providerId="LiveId" clId="{8AC822C5-ABE4-4737-85B1-541D291AB1D4}" dt="2026-06-09T03:52:08.495" v="3447" actId="20577"/>
          <ac:spMkLst>
            <pc:docMk/>
            <pc:sldMk cId="1012323790" sldId="284"/>
            <ac:spMk id="13" creationId="{94046131-27AF-F830-EB75-C78140F94A4F}"/>
          </ac:spMkLst>
        </pc:spChg>
        <pc:spChg chg="mod">
          <ac:chgData name="Kevin Usuanlele" userId="029e649d57f90075" providerId="LiveId" clId="{8AC822C5-ABE4-4737-85B1-541D291AB1D4}" dt="2026-06-13T04:56:12.930" v="4631" actId="113"/>
          <ac:spMkLst>
            <pc:docMk/>
            <pc:sldMk cId="1012323790" sldId="284"/>
            <ac:spMk id="14" creationId="{586EB951-5785-30F1-AEC9-8DE8E9210239}"/>
          </ac:spMkLst>
        </pc:spChg>
      </pc:sldChg>
      <pc:sldChg chg="addSp delSp modSp new del mod">
        <pc:chgData name="Kevin Usuanlele" userId="029e649d57f90075" providerId="LiveId" clId="{8AC822C5-ABE4-4737-85B1-541D291AB1D4}" dt="2026-06-12T04:18:50.090" v="4260" actId="47"/>
        <pc:sldMkLst>
          <pc:docMk/>
          <pc:sldMk cId="3070108777" sldId="285"/>
        </pc:sldMkLst>
        <pc:spChg chg="mod">
          <ac:chgData name="Kevin Usuanlele" userId="029e649d57f90075" providerId="LiveId" clId="{8AC822C5-ABE4-4737-85B1-541D291AB1D4}" dt="2026-06-12T04:13:22.129" v="4225" actId="26606"/>
          <ac:spMkLst>
            <pc:docMk/>
            <pc:sldMk cId="3070108777" sldId="285"/>
            <ac:spMk id="2" creationId="{6A71226C-CE5D-B5D6-8D39-939A4CCEF532}"/>
          </ac:spMkLst>
        </pc:spChg>
        <pc:spChg chg="add del">
          <ac:chgData name="Kevin Usuanlele" userId="029e649d57f90075" providerId="LiveId" clId="{8AC822C5-ABE4-4737-85B1-541D291AB1D4}" dt="2026-06-12T04:10:19.351" v="4198" actId="22"/>
          <ac:spMkLst>
            <pc:docMk/>
            <pc:sldMk cId="3070108777" sldId="285"/>
            <ac:spMk id="3" creationId="{8484DFE7-037A-7F25-E0F0-6C99FD83CE41}"/>
          </ac:spMkLst>
        </pc:spChg>
        <pc:spChg chg="add del mod">
          <ac:chgData name="Kevin Usuanlele" userId="029e649d57f90075" providerId="LiveId" clId="{8AC822C5-ABE4-4737-85B1-541D291AB1D4}" dt="2026-06-12T04:13:21.855" v="4224" actId="478"/>
          <ac:spMkLst>
            <pc:docMk/>
            <pc:sldMk cId="3070108777" sldId="285"/>
            <ac:spMk id="12" creationId="{C6701445-6C2C-B00F-10BC-7899954A40E4}"/>
          </ac:spMkLst>
        </pc:spChg>
        <pc:spChg chg="add del mod">
          <ac:chgData name="Kevin Usuanlele" userId="029e649d57f90075" providerId="LiveId" clId="{8AC822C5-ABE4-4737-85B1-541D291AB1D4}" dt="2026-06-12T04:13:20.875" v="4219" actId="478"/>
          <ac:spMkLst>
            <pc:docMk/>
            <pc:sldMk cId="3070108777" sldId="285"/>
            <ac:spMk id="20" creationId="{AE5D73ED-3D7E-5558-FC0E-3341F1F6B86D}"/>
          </ac:spMkLst>
        </pc:spChg>
        <pc:spChg chg="add del mod">
          <ac:chgData name="Kevin Usuanlele" userId="029e649d57f90075" providerId="LiveId" clId="{8AC822C5-ABE4-4737-85B1-541D291AB1D4}" dt="2026-06-12T04:13:40.965" v="4233" actId="478"/>
          <ac:spMkLst>
            <pc:docMk/>
            <pc:sldMk cId="3070108777" sldId="285"/>
            <ac:spMk id="22" creationId="{A169FBC4-AD13-D5D7-E4C8-766B43BEEE5D}"/>
          </ac:spMkLst>
        </pc:spChg>
        <pc:graphicFrameChg chg="add mod">
          <ac:chgData name="Kevin Usuanlele" userId="029e649d57f90075" providerId="LiveId" clId="{8AC822C5-ABE4-4737-85B1-541D291AB1D4}" dt="2026-06-12T04:10:08.430" v="4194"/>
          <ac:graphicFrameMkLst>
            <pc:docMk/>
            <pc:sldMk cId="3070108777" sldId="285"/>
            <ac:graphicFrameMk id="6" creationId="{BFD9FA22-5441-0AE1-8EF6-6CBE8CED77B2}"/>
          </ac:graphicFrameMkLst>
        </pc:graphicFrameChg>
        <pc:graphicFrameChg chg="add mod">
          <ac:chgData name="Kevin Usuanlele" userId="029e649d57f90075" providerId="LiveId" clId="{8AC822C5-ABE4-4737-85B1-541D291AB1D4}" dt="2026-06-12T04:10:14.765" v="4196"/>
          <ac:graphicFrameMkLst>
            <pc:docMk/>
            <pc:sldMk cId="3070108777" sldId="285"/>
            <ac:graphicFrameMk id="7" creationId="{345BE8DF-6232-49C6-BEA5-9353C323A11D}"/>
          </ac:graphicFrameMkLst>
        </pc:graphicFrameChg>
        <pc:graphicFrameChg chg="add mod">
          <ac:chgData name="Kevin Usuanlele" userId="029e649d57f90075" providerId="LiveId" clId="{8AC822C5-ABE4-4737-85B1-541D291AB1D4}" dt="2026-06-12T04:10:14.930" v="4197"/>
          <ac:graphicFrameMkLst>
            <pc:docMk/>
            <pc:sldMk cId="3070108777" sldId="285"/>
            <ac:graphicFrameMk id="8" creationId="{245F4BD6-65D6-23C3-DC61-1A68B2F44786}"/>
          </ac:graphicFrameMkLst>
        </pc:graphicFrameChg>
        <pc:graphicFrameChg chg="add mod">
          <ac:chgData name="Kevin Usuanlele" userId="029e649d57f90075" providerId="LiveId" clId="{8AC822C5-ABE4-4737-85B1-541D291AB1D4}" dt="2026-06-12T04:10:59.873" v="4202"/>
          <ac:graphicFrameMkLst>
            <pc:docMk/>
            <pc:sldMk cId="3070108777" sldId="285"/>
            <ac:graphicFrameMk id="13" creationId="{781F836A-9F1E-3F93-33A1-E53AD1FC3907}"/>
          </ac:graphicFrameMkLst>
        </pc:graphicFrameChg>
        <pc:graphicFrameChg chg="add mod">
          <ac:chgData name="Kevin Usuanlele" userId="029e649d57f90075" providerId="LiveId" clId="{8AC822C5-ABE4-4737-85B1-541D291AB1D4}" dt="2026-06-12T04:11:22.549" v="4206"/>
          <ac:graphicFrameMkLst>
            <pc:docMk/>
            <pc:sldMk cId="3070108777" sldId="285"/>
            <ac:graphicFrameMk id="16" creationId="{00F1F1C6-A41F-9E47-677E-B135C1A7CEB9}"/>
          </ac:graphicFrameMkLst>
        </pc:graphicFrameChg>
        <pc:graphicFrameChg chg="add mod">
          <ac:chgData name="Kevin Usuanlele" userId="029e649d57f90075" providerId="LiveId" clId="{8AC822C5-ABE4-4737-85B1-541D291AB1D4}" dt="2026-06-12T04:13:27.512" v="4228"/>
          <ac:graphicFrameMkLst>
            <pc:docMk/>
            <pc:sldMk cId="3070108777" sldId="285"/>
            <ac:graphicFrameMk id="23" creationId="{E3C7C9C6-BF1F-C866-20A4-FC212764B324}"/>
          </ac:graphicFrameMkLst>
        </pc:graphicFrameChg>
        <pc:graphicFrameChg chg="add mod">
          <ac:chgData name="Kevin Usuanlele" userId="029e649d57f90075" providerId="LiveId" clId="{8AC822C5-ABE4-4737-85B1-541D291AB1D4}" dt="2026-06-12T04:13:53.914" v="4234"/>
          <ac:graphicFrameMkLst>
            <pc:docMk/>
            <pc:sldMk cId="3070108777" sldId="285"/>
            <ac:graphicFrameMk id="26" creationId="{83EDD4B6-AA8C-6661-E8E1-391A18BF404B}"/>
          </ac:graphicFrameMkLst>
        </pc:graphicFrameChg>
        <pc:graphicFrameChg chg="add mod">
          <ac:chgData name="Kevin Usuanlele" userId="029e649d57f90075" providerId="LiveId" clId="{8AC822C5-ABE4-4737-85B1-541D291AB1D4}" dt="2026-06-12T04:16:08.107" v="4241"/>
          <ac:graphicFrameMkLst>
            <pc:docMk/>
            <pc:sldMk cId="3070108777" sldId="285"/>
            <ac:graphicFrameMk id="29" creationId="{46BF6968-8968-9052-DBD4-853523A03D1D}"/>
          </ac:graphicFrameMkLst>
        </pc:graphicFrameChg>
        <pc:graphicFrameChg chg="add del mod modGraphic">
          <ac:chgData name="Kevin Usuanlele" userId="029e649d57f90075" providerId="LiveId" clId="{8AC822C5-ABE4-4737-85B1-541D291AB1D4}" dt="2026-06-12T04:16:29.996" v="4248" actId="478"/>
          <ac:graphicFrameMkLst>
            <pc:docMk/>
            <pc:sldMk cId="3070108777" sldId="285"/>
            <ac:graphicFrameMk id="32" creationId="{F1AEF411-0CFC-6DEB-AD5D-61A4572803AF}"/>
          </ac:graphicFrameMkLst>
        </pc:graphicFrameChg>
        <pc:graphicFrameChg chg="add mod">
          <ac:chgData name="Kevin Usuanlele" userId="029e649d57f90075" providerId="LiveId" clId="{8AC822C5-ABE4-4737-85B1-541D291AB1D4}" dt="2026-06-12T04:16:31.562" v="4249"/>
          <ac:graphicFrameMkLst>
            <pc:docMk/>
            <pc:sldMk cId="3070108777" sldId="285"/>
            <ac:graphicFrameMk id="33" creationId="{AB3A6FAD-B966-F7E8-4140-0ED8B9A49C87}"/>
          </ac:graphicFrameMkLst>
        </pc:graphicFrameChg>
        <pc:picChg chg="add del mod ord">
          <ac:chgData name="Kevin Usuanlele" userId="029e649d57f90075" providerId="LiveId" clId="{8AC822C5-ABE4-4737-85B1-541D291AB1D4}" dt="2026-06-12T04:13:23.948" v="4226" actId="478"/>
          <ac:picMkLst>
            <pc:docMk/>
            <pc:sldMk cId="3070108777" sldId="285"/>
            <ac:picMk id="10" creationId="{FA116B23-6A36-9AD0-96FA-C4E535605BFA}"/>
          </ac:picMkLst>
        </pc:picChg>
        <pc:picChg chg="add del mod ord">
          <ac:chgData name="Kevin Usuanlele" userId="029e649d57f90075" providerId="LiveId" clId="{8AC822C5-ABE4-4737-85B1-541D291AB1D4}" dt="2026-06-12T04:13:21.683" v="4223" actId="22"/>
          <ac:picMkLst>
            <pc:docMk/>
            <pc:sldMk cId="3070108777" sldId="285"/>
            <ac:picMk id="15" creationId="{04A99993-7D6A-FFF2-1337-F8D10715F1C8}"/>
          </ac:picMkLst>
        </pc:picChg>
        <pc:picChg chg="add del mod">
          <ac:chgData name="Kevin Usuanlele" userId="029e649d57f90075" providerId="LiveId" clId="{8AC822C5-ABE4-4737-85B1-541D291AB1D4}" dt="2026-06-12T04:13:21.007" v="4220" actId="22"/>
          <ac:picMkLst>
            <pc:docMk/>
            <pc:sldMk cId="3070108777" sldId="285"/>
            <ac:picMk id="18" creationId="{40EC1DA8-408A-FE2B-C8F3-CE799F3CD3EA}"/>
          </ac:picMkLst>
        </pc:picChg>
        <pc:picChg chg="add del mod">
          <ac:chgData name="Kevin Usuanlele" userId="029e649d57f90075" providerId="LiveId" clId="{8AC822C5-ABE4-4737-85B1-541D291AB1D4}" dt="2026-06-12T04:13:56.972" v="4236" actId="478"/>
          <ac:picMkLst>
            <pc:docMk/>
            <pc:sldMk cId="3070108777" sldId="285"/>
            <ac:picMk id="25" creationId="{642724F0-C6A8-1ABC-7399-3EE174A498D6}"/>
          </ac:picMkLst>
        </pc:picChg>
        <pc:picChg chg="add del mod">
          <ac:chgData name="Kevin Usuanlele" userId="029e649d57f90075" providerId="LiveId" clId="{8AC822C5-ABE4-4737-85B1-541D291AB1D4}" dt="2026-06-12T04:16:20.916" v="4246" actId="478"/>
          <ac:picMkLst>
            <pc:docMk/>
            <pc:sldMk cId="3070108777" sldId="285"/>
            <ac:picMk id="28" creationId="{D78138E1-D65C-BF69-E691-481FF39374A8}"/>
          </ac:picMkLst>
        </pc:picChg>
        <pc:picChg chg="add del">
          <ac:chgData name="Kevin Usuanlele" userId="029e649d57f90075" providerId="LiveId" clId="{8AC822C5-ABE4-4737-85B1-541D291AB1D4}" dt="2026-06-12T04:16:15.816" v="4243" actId="22"/>
          <ac:picMkLst>
            <pc:docMk/>
            <pc:sldMk cId="3070108777" sldId="285"/>
            <ac:picMk id="31" creationId="{185F6B00-D19C-91E9-D7DE-51F64112BC2F}"/>
          </ac:picMkLst>
        </pc:picChg>
        <pc:picChg chg="add mod">
          <ac:chgData name="Kevin Usuanlele" userId="029e649d57f90075" providerId="LiveId" clId="{8AC822C5-ABE4-4737-85B1-541D291AB1D4}" dt="2026-06-12T04:16:41.592" v="4254" actId="1076"/>
          <ac:picMkLst>
            <pc:docMk/>
            <pc:sldMk cId="3070108777" sldId="285"/>
            <ac:picMk id="35" creationId="{4C23C0AD-7106-7A02-78D0-1D8948963196}"/>
          </ac:picMkLst>
        </pc:picChg>
      </pc:sldChg>
      <pc:sldChg chg="addSp delSp modSp add mod">
        <pc:chgData name="Kevin Usuanlele" userId="029e649d57f90075" providerId="LiveId" clId="{8AC822C5-ABE4-4737-85B1-541D291AB1D4}" dt="2026-06-12T04:29:14.961" v="4293" actId="121"/>
        <pc:sldMkLst>
          <pc:docMk/>
          <pc:sldMk cId="1989385166" sldId="286"/>
        </pc:sldMkLst>
        <pc:spChg chg="add mod">
          <ac:chgData name="Kevin Usuanlele" userId="029e649d57f90075" providerId="LiveId" clId="{8AC822C5-ABE4-4737-85B1-541D291AB1D4}" dt="2026-06-12T04:29:14.961" v="4293" actId="121"/>
          <ac:spMkLst>
            <pc:docMk/>
            <pc:sldMk cId="1989385166" sldId="286"/>
            <ac:spMk id="7" creationId="{5AF3FEBE-F558-5081-4D98-0E0A2304A4A6}"/>
          </ac:spMkLst>
        </pc:spChg>
        <pc:picChg chg="add del mod">
          <ac:chgData name="Kevin Usuanlele" userId="029e649d57f90075" providerId="LiveId" clId="{8AC822C5-ABE4-4737-85B1-541D291AB1D4}" dt="2026-06-12T04:23:05.762" v="4261" actId="478"/>
          <ac:picMkLst>
            <pc:docMk/>
            <pc:sldMk cId="1989385166" sldId="286"/>
            <ac:picMk id="4" creationId="{632EC493-B30B-7759-4922-78B5F5A1236F}"/>
          </ac:picMkLst>
        </pc:picChg>
        <pc:picChg chg="add mod">
          <ac:chgData name="Kevin Usuanlele" userId="029e649d57f90075" providerId="LiveId" clId="{8AC822C5-ABE4-4737-85B1-541D291AB1D4}" dt="2026-06-12T04:23:16.888" v="4265" actId="1076"/>
          <ac:picMkLst>
            <pc:docMk/>
            <pc:sldMk cId="1989385166" sldId="286"/>
            <ac:picMk id="6" creationId="{0E171FF7-4B89-3775-5BD4-254297D584BE}"/>
          </ac:picMkLst>
        </pc:picChg>
        <pc:picChg chg="del">
          <ac:chgData name="Kevin Usuanlele" userId="029e649d57f90075" providerId="LiveId" clId="{8AC822C5-ABE4-4737-85B1-541D291AB1D4}" dt="2026-06-12T04:17:17.311" v="4256" actId="478"/>
          <ac:picMkLst>
            <pc:docMk/>
            <pc:sldMk cId="1989385166" sldId="286"/>
            <ac:picMk id="35" creationId="{020D683B-5E7F-CD09-E755-67A5A6881E3E}"/>
          </ac:picMkLst>
        </pc:picChg>
      </pc:sldChg>
      <pc:sldChg chg="addSp delSp modSp add mod">
        <pc:chgData name="Kevin Usuanlele" userId="029e649d57f90075" providerId="LiveId" clId="{8AC822C5-ABE4-4737-85B1-541D291AB1D4}" dt="2026-06-13T06:02:27.522" v="5295" actId="1076"/>
        <pc:sldMkLst>
          <pc:docMk/>
          <pc:sldMk cId="1801163424" sldId="287"/>
        </pc:sldMkLst>
        <pc:spChg chg="mod">
          <ac:chgData name="Kevin Usuanlele" userId="029e649d57f90075" providerId="LiveId" clId="{8AC822C5-ABE4-4737-85B1-541D291AB1D4}" dt="2026-06-13T06:02:27.522" v="5295" actId="1076"/>
          <ac:spMkLst>
            <pc:docMk/>
            <pc:sldMk cId="1801163424" sldId="287"/>
            <ac:spMk id="7" creationId="{593A1341-07D8-1BC1-B1B9-508CF91ED3F0}"/>
          </ac:spMkLst>
        </pc:spChg>
        <pc:spChg chg="add del">
          <ac:chgData name="Kevin Usuanlele" userId="029e649d57f90075" providerId="LiveId" clId="{8AC822C5-ABE4-4737-85B1-541D291AB1D4}" dt="2026-06-13T05:51:22.504" v="5165" actId="22"/>
          <ac:spMkLst>
            <pc:docMk/>
            <pc:sldMk cId="1801163424" sldId="287"/>
            <ac:spMk id="13" creationId="{4504751D-77FB-AE99-BBCD-8B345881DE70}"/>
          </ac:spMkLst>
        </pc:spChg>
        <pc:graphicFrameChg chg="add mod">
          <ac:chgData name="Kevin Usuanlele" userId="029e649d57f90075" providerId="LiveId" clId="{8AC822C5-ABE4-4737-85B1-541D291AB1D4}" dt="2026-06-13T05:50:05.362" v="5149"/>
          <ac:graphicFrameMkLst>
            <pc:docMk/>
            <pc:sldMk cId="1801163424" sldId="287"/>
            <ac:graphicFrameMk id="3" creationId="{6B62E6E6-4041-5286-556F-B48A513D9673}"/>
          </ac:graphicFrameMkLst>
        </pc:graphicFrameChg>
        <pc:graphicFrameChg chg="add mod modGraphic">
          <ac:chgData name="Kevin Usuanlele" userId="029e649d57f90075" providerId="LiveId" clId="{8AC822C5-ABE4-4737-85B1-541D291AB1D4}" dt="2026-06-13T05:50:57.781" v="5158" actId="14100"/>
          <ac:graphicFrameMkLst>
            <pc:docMk/>
            <pc:sldMk cId="1801163424" sldId="287"/>
            <ac:graphicFrameMk id="4" creationId="{3005E8FF-C241-AEDD-95A6-0C0D629E2483}"/>
          </ac:graphicFrameMkLst>
        </pc:graphicFrameChg>
        <pc:graphicFrameChg chg="add mod">
          <ac:chgData name="Kevin Usuanlele" userId="029e649d57f90075" providerId="LiveId" clId="{8AC822C5-ABE4-4737-85B1-541D291AB1D4}" dt="2026-06-13T05:50:59.535" v="5159"/>
          <ac:graphicFrameMkLst>
            <pc:docMk/>
            <pc:sldMk cId="1801163424" sldId="287"/>
            <ac:graphicFrameMk id="5" creationId="{3198487D-D2D6-C9BD-9D15-76DC08AF6BFB}"/>
          </ac:graphicFrameMkLst>
        </pc:graphicFrameChg>
        <pc:graphicFrameChg chg="add mod">
          <ac:chgData name="Kevin Usuanlele" userId="029e649d57f90075" providerId="LiveId" clId="{8AC822C5-ABE4-4737-85B1-541D291AB1D4}" dt="2026-06-13T05:51:01.263" v="5160"/>
          <ac:graphicFrameMkLst>
            <pc:docMk/>
            <pc:sldMk cId="1801163424" sldId="287"/>
            <ac:graphicFrameMk id="8" creationId="{9EBB771D-03AB-AE43-20CB-C28835001C35}"/>
          </ac:graphicFrameMkLst>
        </pc:graphicFrameChg>
        <pc:graphicFrameChg chg="add mod">
          <ac:chgData name="Kevin Usuanlele" userId="029e649d57f90075" providerId="LiveId" clId="{8AC822C5-ABE4-4737-85B1-541D291AB1D4}" dt="2026-06-13T05:51:15.313" v="5163"/>
          <ac:graphicFrameMkLst>
            <pc:docMk/>
            <pc:sldMk cId="1801163424" sldId="287"/>
            <ac:graphicFrameMk id="11" creationId="{91A2C2FB-5D2B-94A2-E1E0-4AB64697034A}"/>
          </ac:graphicFrameMkLst>
        </pc:graphicFrameChg>
        <pc:graphicFrameChg chg="add mod modGraphic">
          <ac:chgData name="Kevin Usuanlele" userId="029e649d57f90075" providerId="LiveId" clId="{8AC822C5-ABE4-4737-85B1-541D291AB1D4}" dt="2026-06-13T06:02:20.035" v="5294" actId="1076"/>
          <ac:graphicFrameMkLst>
            <pc:docMk/>
            <pc:sldMk cId="1801163424" sldId="287"/>
            <ac:graphicFrameMk id="14" creationId="{F0ECE723-6DD1-3CAC-2955-AB7F31681D5F}"/>
          </ac:graphicFrameMkLst>
        </pc:graphicFrameChg>
        <pc:picChg chg="del">
          <ac:chgData name="Kevin Usuanlele" userId="029e649d57f90075" providerId="LiveId" clId="{8AC822C5-ABE4-4737-85B1-541D291AB1D4}" dt="2026-06-13T05:50:03.854" v="5148" actId="478"/>
          <ac:picMkLst>
            <pc:docMk/>
            <pc:sldMk cId="1801163424" sldId="287"/>
            <ac:picMk id="6" creationId="{9968D082-360C-349F-1426-2663CA0F2877}"/>
          </ac:picMkLst>
        </pc:picChg>
        <pc:picChg chg="add del">
          <ac:chgData name="Kevin Usuanlele" userId="029e649d57f90075" providerId="LiveId" clId="{8AC822C5-ABE4-4737-85B1-541D291AB1D4}" dt="2026-06-13T05:51:15.277" v="5162" actId="22"/>
          <ac:picMkLst>
            <pc:docMk/>
            <pc:sldMk cId="1801163424" sldId="287"/>
            <ac:picMk id="10" creationId="{DACA796D-CD1D-50E9-9ACB-3665B9EAB557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Waiting Times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FCFS</c:v>
                </c:pt>
                <c:pt idx="1">
                  <c:v>SJF</c:v>
                </c:pt>
                <c:pt idx="2">
                  <c:v>SRTF</c:v>
                </c:pt>
                <c:pt idx="3">
                  <c:v>Priority</c:v>
                </c:pt>
                <c:pt idx="4">
                  <c:v>Priority(P)</c:v>
                </c:pt>
                <c:pt idx="5">
                  <c:v>RR</c:v>
                </c:pt>
                <c:pt idx="6">
                  <c:v>H</c:v>
                </c:pt>
                <c:pt idx="7">
                  <c:v>DQ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11224</c:v>
                </c:pt>
                <c:pt idx="1">
                  <c:v>6544.87</c:v>
                </c:pt>
                <c:pt idx="2">
                  <c:v>4937.59</c:v>
                </c:pt>
                <c:pt idx="3">
                  <c:v>8657.02</c:v>
                </c:pt>
                <c:pt idx="4">
                  <c:v>7577.11</c:v>
                </c:pt>
                <c:pt idx="5">
                  <c:v>6186.28</c:v>
                </c:pt>
                <c:pt idx="6">
                  <c:v>3136.23</c:v>
                </c:pt>
                <c:pt idx="7">
                  <c:v>4744.32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7C-49FD-97A2-D76B53CA5F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Turn around Times</c:v>
                </c:pt>
              </c:strCache>
            </c:strRef>
          </c:tx>
          <c:spPr>
            <a:solidFill>
              <a:schemeClr val="bg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FCFS</c:v>
                </c:pt>
                <c:pt idx="1">
                  <c:v>SJF</c:v>
                </c:pt>
                <c:pt idx="2">
                  <c:v>SRTF</c:v>
                </c:pt>
                <c:pt idx="3">
                  <c:v>Priority</c:v>
                </c:pt>
                <c:pt idx="4">
                  <c:v>Priority(P)</c:v>
                </c:pt>
                <c:pt idx="5">
                  <c:v>RR</c:v>
                </c:pt>
                <c:pt idx="6">
                  <c:v>H</c:v>
                </c:pt>
                <c:pt idx="7">
                  <c:v>DQ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13604.9</c:v>
                </c:pt>
                <c:pt idx="1">
                  <c:v>8925.7000000000007</c:v>
                </c:pt>
                <c:pt idx="2">
                  <c:v>4653.8900000000003</c:v>
                </c:pt>
                <c:pt idx="3">
                  <c:v>11182.8</c:v>
                </c:pt>
                <c:pt idx="4">
                  <c:v>9957.9500000000007</c:v>
                </c:pt>
                <c:pt idx="5">
                  <c:v>8443.6200000000008</c:v>
                </c:pt>
                <c:pt idx="6">
                  <c:v>5517.06</c:v>
                </c:pt>
                <c:pt idx="7">
                  <c:v>7125.15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F7C-49FD-97A2-D76B53CA5FA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Average Response Times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FCFS</c:v>
                </c:pt>
                <c:pt idx="1">
                  <c:v>SJF</c:v>
                </c:pt>
                <c:pt idx="2">
                  <c:v>SRTF</c:v>
                </c:pt>
                <c:pt idx="3">
                  <c:v>Priority</c:v>
                </c:pt>
                <c:pt idx="4">
                  <c:v>Priority(P)</c:v>
                </c:pt>
                <c:pt idx="5">
                  <c:v>RR</c:v>
                </c:pt>
                <c:pt idx="6">
                  <c:v>H</c:v>
                </c:pt>
                <c:pt idx="7">
                  <c:v>DQ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11224.02</c:v>
                </c:pt>
                <c:pt idx="1">
                  <c:v>6544.84</c:v>
                </c:pt>
                <c:pt idx="2">
                  <c:v>3170.69</c:v>
                </c:pt>
                <c:pt idx="3">
                  <c:v>8803.51</c:v>
                </c:pt>
                <c:pt idx="4">
                  <c:v>6860.31</c:v>
                </c:pt>
                <c:pt idx="5">
                  <c:v>2553.9</c:v>
                </c:pt>
                <c:pt idx="6">
                  <c:v>2614.4899999999998</c:v>
                </c:pt>
                <c:pt idx="7">
                  <c:v>1937.31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F7C-49FD-97A2-D76B53CA5F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51037359"/>
        <c:axId val="351035919"/>
      </c:barChart>
      <c:catAx>
        <c:axId val="35103735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1035919"/>
        <c:crosses val="autoZero"/>
        <c:auto val="1"/>
        <c:lblAlgn val="ctr"/>
        <c:lblOffset val="100"/>
        <c:noMultiLvlLbl val="0"/>
      </c:catAx>
      <c:valAx>
        <c:axId val="3510359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1037359"/>
        <c:crosses val="autoZero"/>
        <c:crossBetween val="between"/>
      </c:valAx>
      <c:dTable>
        <c:showHorzBorder val="1"/>
        <c:showVertBorder val="0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6/12/2026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6/12/2026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6/12/2026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6/12/2026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6/12/2026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6/12/2026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6/12/2026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6/12/2026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6/12/2026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6/12/2026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6/12/2026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6/12/2026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6/12/2026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6/12/2026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Hybrid Scheduling &amp; </a:t>
            </a:r>
            <a:br>
              <a:rPr lang="en-US" dirty="0"/>
            </a:br>
            <a:r>
              <a:rPr lang="en-US" dirty="0"/>
              <a:t>Dual Queue Scheduling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endParaRPr lang="en-US" dirty="0"/>
          </a:p>
          <a:p>
            <a:pPr algn="ctr"/>
            <a:r>
              <a:rPr lang="en-US" dirty="0"/>
              <a:t>Kevin &amp; Scott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3B5819-9E08-A3BA-7D72-168EE823F7C0}"/>
              </a:ext>
            </a:extLst>
          </p:cNvPr>
          <p:cNvSpPr txBox="1"/>
          <p:nvPr/>
        </p:nvSpPr>
        <p:spPr>
          <a:xfrm>
            <a:off x="4229525" y="4368800"/>
            <a:ext cx="6130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solidFill>
                  <a:schemeClr val="tx1">
                    <a:lumMod val="75000"/>
                  </a:schemeClr>
                </a:solidFill>
              </a:rPr>
              <a:t>S. N. M. Shah, A. K. B. Mahmood and A. Oxley, 2009 IEE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1AD6AC9-1891-DFB3-CA46-7F413F76B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b="1" dirty="0">
                <a:solidFill>
                  <a:schemeClr val="accent1"/>
                </a:solidFill>
              </a:rPr>
              <a:t>MOTIVATION &amp; PROBLEM STATEMENT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438B529-AAC1-F6F3-5271-B3BDBD908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9837" y="1701800"/>
            <a:ext cx="3312368" cy="914400"/>
          </a:xfrm>
        </p:spPr>
        <p:txBody>
          <a:bodyPr>
            <a:normAutofit/>
          </a:bodyPr>
          <a:lstStyle/>
          <a:p>
            <a:pPr algn="ctr"/>
            <a:r>
              <a:rPr lang="en-CA" sz="2100" b="1" dirty="0">
                <a:solidFill>
                  <a:srgbClr val="92D050"/>
                </a:solidFill>
              </a:rPr>
              <a:t>Why CPU scheduling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55A013B-638D-7F37-2E7A-3A111297E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09837" y="2688119"/>
            <a:ext cx="3312368" cy="3454400"/>
          </a:xfrm>
        </p:spPr>
        <p:txBody>
          <a:bodyPr/>
          <a:lstStyle/>
          <a:p>
            <a:pPr marL="0" indent="0" algn="ctr">
              <a:buNone/>
            </a:pPr>
            <a:r>
              <a:rPr lang="en-CA" sz="2400" dirty="0"/>
              <a:t>The CPU is the most important resource in an OS with scheduling being a fundamental function of a CPU. Efficient scheduling is essential to system throughput and user experience.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B27B657-BF49-E306-B1F8-AD4D600C4F7C}"/>
              </a:ext>
            </a:extLst>
          </p:cNvPr>
          <p:cNvSpPr txBox="1">
            <a:spLocks/>
          </p:cNvSpPr>
          <p:nvPr/>
        </p:nvSpPr>
        <p:spPr>
          <a:xfrm>
            <a:off x="4438228" y="2687038"/>
            <a:ext cx="3312368" cy="3454400"/>
          </a:xfrm>
          <a:prstGeom prst="rect">
            <a:avLst/>
          </a:prstGeom>
        </p:spPr>
        <p:txBody>
          <a:bodyPr vert="horz" lIns="121899" tIns="60949" rIns="121899" bIns="60949" rtlCol="0">
            <a:no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CA" sz="2400" dirty="0"/>
              <a:t>Classic algorithms we previously learned trade off either starvation, fairness, and/or response time. No single algorithm perfectly handles each metric simultaneously.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541D18A8-9942-F0E6-3913-859D1FBCC515}"/>
              </a:ext>
            </a:extLst>
          </p:cNvPr>
          <p:cNvSpPr txBox="1">
            <a:spLocks/>
          </p:cNvSpPr>
          <p:nvPr/>
        </p:nvSpPr>
        <p:spPr>
          <a:xfrm>
            <a:off x="7858604" y="2616200"/>
            <a:ext cx="3312368" cy="3454400"/>
          </a:xfrm>
          <a:prstGeom prst="rect">
            <a:avLst/>
          </a:prstGeom>
        </p:spPr>
        <p:txBody>
          <a:bodyPr vert="horz" lIns="121899" tIns="60949" rIns="121899" bIns="60949" rtlCol="0">
            <a:no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CA" sz="2400" dirty="0"/>
              <a:t>Create new algorithms that optimize waiting time, turnaround time, and response time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17CA847C-E497-B2E8-58C1-A17B480192E8}"/>
              </a:ext>
            </a:extLst>
          </p:cNvPr>
          <p:cNvSpPr txBox="1">
            <a:spLocks/>
          </p:cNvSpPr>
          <p:nvPr/>
        </p:nvSpPr>
        <p:spPr>
          <a:xfrm>
            <a:off x="4438228" y="1701800"/>
            <a:ext cx="3312368" cy="9144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800" b="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0949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7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CA" sz="2100" b="1" dirty="0">
                <a:solidFill>
                  <a:srgbClr val="FF0000"/>
                </a:solidFill>
              </a:rPr>
              <a:t>Room to improve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D79C9FF9-DD8D-9237-9AAD-79A8B8229E55}"/>
              </a:ext>
            </a:extLst>
          </p:cNvPr>
          <p:cNvSpPr txBox="1">
            <a:spLocks/>
          </p:cNvSpPr>
          <p:nvPr/>
        </p:nvSpPr>
        <p:spPr>
          <a:xfrm>
            <a:off x="7894607" y="1701800"/>
            <a:ext cx="3312368" cy="9144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800" b="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0949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7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CA" sz="2100" b="1" dirty="0">
                <a:solidFill>
                  <a:srgbClr val="FFC000"/>
                </a:solidFill>
              </a:rPr>
              <a:t>Research goal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69D8839-03EC-3039-529E-0F9E465D532E}"/>
              </a:ext>
            </a:extLst>
          </p:cNvPr>
          <p:cNvSpPr/>
          <p:nvPr/>
        </p:nvSpPr>
        <p:spPr>
          <a:xfrm>
            <a:off x="909837" y="1988840"/>
            <a:ext cx="3312367" cy="4054194"/>
          </a:xfrm>
          <a:prstGeom prst="round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800">
              <a:solidFill>
                <a:srgbClr val="92D050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853C801-FBB5-B181-88F1-8F5BFA936DBF}"/>
              </a:ext>
            </a:extLst>
          </p:cNvPr>
          <p:cNvSpPr/>
          <p:nvPr/>
        </p:nvSpPr>
        <p:spPr>
          <a:xfrm>
            <a:off x="4366220" y="1993505"/>
            <a:ext cx="3312367" cy="405419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74D8D3-C466-6B55-327D-7406664EB552}"/>
              </a:ext>
            </a:extLst>
          </p:cNvPr>
          <p:cNvSpPr/>
          <p:nvPr/>
        </p:nvSpPr>
        <p:spPr>
          <a:xfrm>
            <a:off x="7822602" y="1988840"/>
            <a:ext cx="3312367" cy="4054194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800"/>
          </a:p>
        </p:txBody>
      </p:sp>
    </p:spTree>
    <p:extLst>
      <p:ext uri="{BB962C8B-B14F-4D97-AF65-F5344CB8AC3E}">
        <p14:creationId xmlns:p14="http://schemas.microsoft.com/office/powerpoint/2010/main" val="2475909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000" dirty="0"/>
              <a:t>CLASSIC ALGORITHM</a:t>
            </a:r>
            <a:br>
              <a:rPr lang="en-US" dirty="0"/>
            </a:br>
            <a:r>
              <a:rPr lang="en-US" sz="4800" b="1" dirty="0">
                <a:solidFill>
                  <a:schemeClr val="accent1"/>
                </a:solidFill>
              </a:rPr>
              <a:t>FCFS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EA5DEE-4B20-F9D1-8C1F-F25E0EAC04DB}"/>
              </a:ext>
            </a:extLst>
          </p:cNvPr>
          <p:cNvSpPr txBox="1"/>
          <p:nvPr/>
        </p:nvSpPr>
        <p:spPr>
          <a:xfrm>
            <a:off x="1218883" y="1628800"/>
            <a:ext cx="10360501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Key Idea: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600" dirty="0"/>
              <a:t>First Come, First Served: processes execute in order of arrival</a:t>
            </a:r>
          </a:p>
          <a:p>
            <a:endParaRPr lang="en-CA" sz="2600" dirty="0"/>
          </a:p>
          <a:p>
            <a:r>
              <a:rPr lang="en-CA" sz="2600" b="1" dirty="0">
                <a:solidFill>
                  <a:srgbClr val="00B050"/>
                </a:solidFill>
              </a:rPr>
              <a:t>Advantages: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600" dirty="0"/>
              <a:t>Minimal overhead (less context switches)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600" dirty="0"/>
              <a:t>Easy to implement, best used for batch jobs with similar size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600" dirty="0"/>
          </a:p>
          <a:p>
            <a:r>
              <a:rPr lang="en-CA" sz="2600" b="1" dirty="0">
                <a:solidFill>
                  <a:srgbClr val="FF0000"/>
                </a:solidFill>
              </a:rPr>
              <a:t>Disadvantages: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600" dirty="0"/>
              <a:t>Suffers from the </a:t>
            </a:r>
            <a:r>
              <a:rPr lang="en-CA" sz="2600" i="1" dirty="0"/>
              <a:t>Convoy Effect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600" dirty="0"/>
              <a:t>Worst TAT of all algorithms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600" dirty="0"/>
              <a:t>Non-preemptive, no fairness for late jobs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A8D7F-68C9-36FF-945A-E3A365D59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FFC5A47-905C-2AC8-9B41-6B15C26F3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CLASSIC ALGORITHM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</a:b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SJF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ED46E2C-D403-6454-7745-EF33F7AA8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6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Key Idea: </a:t>
            </a:r>
          </a:p>
          <a:p>
            <a:pPr marL="457200" marR="0" lvl="0" indent="-45720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Shortest Job First: jobs queue by CPU burst length, shortest first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Advantages:</a:t>
            </a:r>
          </a:p>
          <a:p>
            <a:pPr marL="457200" marR="0" lvl="0" indent="-45720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Optimal for minimizing TAT and WT compared to other non-preemptive algorithms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CA" sz="2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Disadvantages:</a:t>
            </a:r>
          </a:p>
          <a:p>
            <a:pPr marL="457200" marR="0" lvl="0" indent="-45720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Starvation Risk</a:t>
            </a:r>
            <a:endParaRPr kumimoji="0" lang="en-CA" sz="26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0" indent="-45720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Requires knowing burst lengths</a:t>
            </a:r>
          </a:p>
          <a:p>
            <a:pPr marL="457200" marR="0" lvl="0" indent="-45720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Non-preemptive, mid RESP</a:t>
            </a:r>
          </a:p>
        </p:txBody>
      </p:sp>
    </p:spTree>
    <p:extLst>
      <p:ext uri="{BB962C8B-B14F-4D97-AF65-F5344CB8AC3E}">
        <p14:creationId xmlns:p14="http://schemas.microsoft.com/office/powerpoint/2010/main" val="668135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C5789-54BB-8891-3D9E-E1A484CA5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66C5C2E-2DBA-C004-6221-642513E99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CLASSIC ALGORITHM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</a:b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STCF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B871366-A0FA-9112-574F-56CFDEEDB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lang="en-CA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Key Idea: 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CA" dirty="0">
                <a:solidFill>
                  <a:prstClr val="white"/>
                </a:solidFill>
              </a:rPr>
              <a:t>Shortest Time-to-Completion: preemptive version of SJF; new arrivals preempt if they have shorter remaining times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endParaRPr lang="en-CA" dirty="0">
              <a:solidFill>
                <a:prstClr val="white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lang="en-CA" b="1" dirty="0">
                <a:solidFill>
                  <a:srgbClr val="00B050"/>
                </a:solidFill>
              </a:rPr>
              <a:t>Advantages: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CA" dirty="0">
                <a:solidFill>
                  <a:prstClr val="white"/>
                </a:solidFill>
              </a:rPr>
              <a:t>Best TAT of all algorithms with late arrivals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CA" dirty="0">
                <a:solidFill>
                  <a:prstClr val="white"/>
                </a:solidFill>
              </a:rPr>
              <a:t>Strong WT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endParaRPr lang="en-CA" dirty="0">
              <a:solidFill>
                <a:prstClr val="white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lang="en-CA" b="1" dirty="0">
                <a:solidFill>
                  <a:srgbClr val="FF0000"/>
                </a:solidFill>
              </a:rPr>
              <a:t>Disadvantages: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CA" dirty="0">
                <a:solidFill>
                  <a:prstClr val="white"/>
                </a:solidFill>
              </a:rPr>
              <a:t>Starvation Risk</a:t>
            </a:r>
            <a:endParaRPr lang="en-CA" i="1" dirty="0">
              <a:solidFill>
                <a:prstClr val="white"/>
              </a:solidFill>
            </a:endParaRP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CA" dirty="0">
                <a:solidFill>
                  <a:prstClr val="white"/>
                </a:solidFill>
              </a:rPr>
              <a:t>Requires knowing burst lengths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CA" dirty="0">
                <a:solidFill>
                  <a:prstClr val="white"/>
                </a:solidFill>
              </a:rPr>
              <a:t>High overhead if preemptions are frequent, mid RESP</a:t>
            </a:r>
          </a:p>
        </p:txBody>
      </p:sp>
    </p:spTree>
    <p:extLst>
      <p:ext uri="{BB962C8B-B14F-4D97-AF65-F5344CB8AC3E}">
        <p14:creationId xmlns:p14="http://schemas.microsoft.com/office/powerpoint/2010/main" val="2521891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E5408-5F6F-983D-9310-52679AEAE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FA84599-2469-E1E2-93E0-7921F86A7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CLASSIC ALGORITHM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</a:b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RR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49D5ADE-CEC7-85DC-D90B-7730A1C08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lang="en-CA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Key Idea: 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CA" dirty="0">
                <a:solidFill>
                  <a:prstClr val="white"/>
                </a:solidFill>
              </a:rPr>
              <a:t>Round Robin: FIFO queue with quantum; preempts on expiry, moves to tail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endParaRPr lang="en-CA" dirty="0">
              <a:solidFill>
                <a:prstClr val="white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lang="en-CA" b="1" dirty="0">
                <a:solidFill>
                  <a:srgbClr val="00B050"/>
                </a:solidFill>
              </a:rPr>
              <a:t>Advantages: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CA" dirty="0">
                <a:solidFill>
                  <a:prstClr val="white"/>
                </a:solidFill>
              </a:rPr>
              <a:t>Fair CPU sharing, no starvation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CA" dirty="0">
                <a:solidFill>
                  <a:prstClr val="white"/>
                </a:solidFill>
              </a:rPr>
              <a:t>Best RESP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endParaRPr lang="en-CA" dirty="0">
              <a:solidFill>
                <a:prstClr val="white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lang="en-CA" b="1" dirty="0">
                <a:solidFill>
                  <a:srgbClr val="FF0000"/>
                </a:solidFill>
              </a:rPr>
              <a:t>Disadvantages: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CA" dirty="0">
                <a:solidFill>
                  <a:prstClr val="white"/>
                </a:solidFill>
              </a:rPr>
              <a:t>Poor TAT</a:t>
            </a:r>
            <a:endParaRPr lang="en-CA" i="1" dirty="0">
              <a:solidFill>
                <a:prstClr val="white"/>
              </a:solidFill>
            </a:endParaRP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CA" dirty="0">
                <a:solidFill>
                  <a:prstClr val="white"/>
                </a:solidFill>
              </a:rPr>
              <a:t>Quantum size affects performance</a:t>
            </a:r>
          </a:p>
          <a:p>
            <a:pPr marL="761946" lvl="1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CA" dirty="0">
                <a:solidFill>
                  <a:prstClr val="white"/>
                </a:solidFill>
              </a:rPr>
              <a:t>Too large = similar to FCFS, Too small = context switch overhead</a:t>
            </a:r>
          </a:p>
        </p:txBody>
      </p:sp>
    </p:spTree>
    <p:extLst>
      <p:ext uri="{BB962C8B-B14F-4D97-AF65-F5344CB8AC3E}">
        <p14:creationId xmlns:p14="http://schemas.microsoft.com/office/powerpoint/2010/main" val="399944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DBB58-9C43-2F6D-806E-F4A431527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A0D4E55-AF24-694F-67E4-45D658DC2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NEW ALGORITHM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</a:b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HYBRID (H)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2BF0F2C-2F44-76DF-96C4-11281856A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lang="en-CA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Key Idea: 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CA" dirty="0">
                <a:solidFill>
                  <a:prstClr val="white"/>
                </a:solidFill>
              </a:rPr>
              <a:t>Combines RR + SJF, runs processes in a SJF queue with a quantum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CA" dirty="0">
                <a:solidFill>
                  <a:prstClr val="white"/>
                </a:solidFill>
              </a:rPr>
              <a:t>Periodically forces the </a:t>
            </a:r>
            <a:r>
              <a:rPr lang="en-CA" i="1" dirty="0">
                <a:solidFill>
                  <a:prstClr val="white"/>
                </a:solidFill>
              </a:rPr>
              <a:t>largest</a:t>
            </a:r>
            <a:r>
              <a:rPr lang="en-CA" dirty="0">
                <a:solidFill>
                  <a:prstClr val="white"/>
                </a:solidFill>
              </a:rPr>
              <a:t> job a turn, then re-sorts the queue back to SJF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endParaRPr lang="en-CA" dirty="0">
              <a:solidFill>
                <a:prstClr val="white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lang="en-CA" b="1" dirty="0">
                <a:solidFill>
                  <a:srgbClr val="00B050"/>
                </a:solidFill>
              </a:rPr>
              <a:t>Advantages: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CA" dirty="0">
                <a:solidFill>
                  <a:prstClr val="white"/>
                </a:solidFill>
              </a:rPr>
              <a:t>Best WT of all algorithms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CA" dirty="0">
                <a:solidFill>
                  <a:prstClr val="white"/>
                </a:solidFill>
              </a:rPr>
              <a:t>Strong TAT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CA" dirty="0">
                <a:solidFill>
                  <a:prstClr val="white"/>
                </a:solidFill>
              </a:rPr>
              <a:t>No starvation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endParaRPr lang="en-CA" dirty="0">
              <a:solidFill>
                <a:prstClr val="white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lang="en-CA" b="1" dirty="0">
                <a:solidFill>
                  <a:srgbClr val="FF0000"/>
                </a:solidFill>
              </a:rPr>
              <a:t>Disadvantages: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CA" dirty="0">
                <a:solidFill>
                  <a:prstClr val="white"/>
                </a:solidFill>
              </a:rPr>
              <a:t>More complex than classic algorithms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CA" dirty="0">
                <a:solidFill>
                  <a:prstClr val="white"/>
                </a:solidFill>
              </a:rPr>
              <a:t>Jobs need to arrive at the same time, needs an oracle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CA" dirty="0">
                <a:solidFill>
                  <a:prstClr val="white"/>
                </a:solidFill>
              </a:rPr>
              <a:t>Sorting overhead at each reset cycle</a:t>
            </a:r>
          </a:p>
        </p:txBody>
      </p:sp>
    </p:spTree>
    <p:extLst>
      <p:ext uri="{BB962C8B-B14F-4D97-AF65-F5344CB8AC3E}">
        <p14:creationId xmlns:p14="http://schemas.microsoft.com/office/powerpoint/2010/main" val="1994036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DB246-1C44-E59C-0890-B8E36112F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4046131-27AF-F830-EB75-C78140F94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H – A Deeper Look</a:t>
            </a:r>
            <a:endParaRPr lang="en-US" b="1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ontent Placeholder 13">
                <a:extLst>
                  <a:ext uri="{FF2B5EF4-FFF2-40B4-BE49-F238E27FC236}">
                    <a16:creationId xmlns:a16="http://schemas.microsoft.com/office/drawing/2014/main" id="{586EB951-5785-30F1-AEC9-8DE8E92102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defRPr/>
                </a:pPr>
                <a:r>
                  <a:rPr lang="en-CA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 Two Key Variables: 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sz="2000" b="1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000" b="1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CA" sz="2000" b="1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𝒍𝒂𝒓𝒈𝒆</m:t>
                        </m:r>
                      </m:sub>
                    </m:sSub>
                    <m:r>
                      <a:rPr lang="en-CA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CA" sz="2000" b="0" dirty="0">
                    <a:solidFill>
                      <a:prstClr val="white"/>
                    </a:solidFill>
                  </a:rPr>
                  <a:t> burst length of the longest process currently in the queue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sz="2000" b="1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000" b="1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CA" sz="2000" b="1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𝒆𝒙𝒆𝒄</m:t>
                        </m:r>
                      </m:sub>
                    </m:sSub>
                    <m:r>
                      <a:rPr lang="en-CA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CA" sz="2000" dirty="0">
                    <a:solidFill>
                      <a:prstClr val="white"/>
                    </a:solidFill>
                  </a:rPr>
                  <a:t> CPU time elapsed since last reset, starts at 0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defRPr/>
                </a:pPr>
                <a:endParaRPr lang="en-CA" sz="2000" b="1" dirty="0">
                  <a:solidFill>
                    <a:prstClr val="white"/>
                  </a:solidFill>
                </a:endParaRPr>
              </a:p>
              <a:p>
                <a:pPr marL="73140" indent="0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None/>
                  <a:defRPr/>
                </a:pPr>
                <a:r>
                  <a:rPr lang="en-CA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Execution Flow</a:t>
                </a:r>
              </a:p>
              <a:p>
                <a:pPr marL="819096" lvl="1" indent="-514350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Font typeface="+mj-lt"/>
                  <a:buAutoNum type="arabicPeriod"/>
                  <a:defRPr/>
                </a:pPr>
                <a:r>
                  <a:rPr lang="en-CA" sz="2000" dirty="0">
                    <a:solidFill>
                      <a:prstClr val="white"/>
                    </a:solidFill>
                  </a:rPr>
                  <a:t>Start the process at the head of the queue</a:t>
                </a:r>
              </a:p>
              <a:p>
                <a:pPr marL="819096" lvl="1" indent="-514350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Font typeface="+mj-lt"/>
                  <a:buAutoNum type="arabicPeriod"/>
                  <a:defRPr/>
                </a:pPr>
                <a:r>
                  <a:rPr lang="en-CA" sz="2000" dirty="0">
                    <a:solidFill>
                      <a:prstClr val="white"/>
                    </a:solidFill>
                  </a:rPr>
                  <a:t>After each quantum expires, update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CA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𝑒𝑥𝑒𝑐</m:t>
                        </m:r>
                      </m:sub>
                    </m:sSub>
                    <m:r>
                      <a:rPr lang="en-CA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en-CA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20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0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CA" sz="20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𝑒𝑥𝑒𝑐</m:t>
                            </m:r>
                          </m:sub>
                        </m:sSub>
                        <m:r>
                          <a:rPr lang="en-CA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CA" sz="20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0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CA" sz="20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𝑒𝑥𝑒𝑐</m:t>
                            </m:r>
                          </m:sub>
                        </m:sSub>
                        <m:r>
                          <a:rPr lang="en-CA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CA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CA" dirty="0">
                    <a:solidFill>
                      <a:prstClr val="white"/>
                    </a:solidFill>
                  </a:rPr>
                  <a:t> </a:t>
                </a:r>
              </a:p>
              <a:p>
                <a:pPr marL="819096" lvl="1" indent="-514350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Font typeface="+mj-lt"/>
                  <a:buAutoNum type="arabicPeriod"/>
                  <a:defRPr/>
                </a:pPr>
                <a:r>
                  <a:rPr lang="en-CA" sz="2000" dirty="0">
                    <a:solidFill>
                      <a:prstClr val="white"/>
                    </a:solidFill>
                  </a:rPr>
                  <a:t>Compare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CA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𝑒𝑥𝑒𝑐</m:t>
                        </m:r>
                      </m:sub>
                    </m:sSub>
                    <m:r>
                      <a:rPr lang="en-CA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&amp; </m:t>
                    </m:r>
                    <m:sSub>
                      <m:sSubPr>
                        <m:ctrlPr>
                          <a:rPr lang="en-CA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CA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𝑙𝑎𝑟𝑔𝑒</m:t>
                        </m:r>
                      </m:sub>
                    </m:sSub>
                  </m:oMath>
                </a14:m>
                <a:r>
                  <a:rPr lang="en-CA" sz="2000" dirty="0">
                    <a:solidFill>
                      <a:prstClr val="white"/>
                    </a:solidFill>
                  </a:rPr>
                  <a:t>:</a:t>
                </a:r>
              </a:p>
              <a:p>
                <a:pPr marL="895243" lvl="2" indent="-285750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defRPr/>
                </a:pPr>
                <a:r>
                  <a:rPr lang="en-CA" sz="1600" b="1" dirty="0">
                    <a:solidFill>
                      <a:srgbClr val="00B050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CA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𝒆𝒙𝒆𝒄</m:t>
                        </m:r>
                      </m:sub>
                    </m:sSub>
                    <m:r>
                      <a:rPr lang="en-CA" sz="16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CA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CA" sz="1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𝒍𝒂𝒓𝒈𝒆</m:t>
                        </m:r>
                      </m:sub>
                    </m:sSub>
                    <m:r>
                      <a:rPr lang="en-CA" sz="16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CA" sz="1600" dirty="0">
                    <a:solidFill>
                      <a:prstClr val="white"/>
                    </a:solidFill>
                  </a:rPr>
                  <a:t> normal operation, current process goes to the back of the queue. Start the next process in queue</a:t>
                </a:r>
              </a:p>
              <a:p>
                <a:pPr marL="609493" lvl="2" indent="0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None/>
                  <a:defRPr/>
                </a:pPr>
                <a:endParaRPr lang="en-CA" sz="1600" dirty="0">
                  <a:solidFill>
                    <a:prstClr val="white"/>
                  </a:solidFill>
                </a:endParaRPr>
              </a:p>
              <a:p>
                <a:pPr marL="895243" lvl="2" indent="-285750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defRPr/>
                </a:pPr>
                <a:r>
                  <a:rPr lang="en-CA" sz="1600" b="1" dirty="0">
                    <a:solidFill>
                      <a:srgbClr val="FFC000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6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6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CA" sz="16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𝒆𝒙𝒆𝒄</m:t>
                        </m:r>
                      </m:sub>
                    </m:sSub>
                    <m:r>
                      <a:rPr lang="en-CA" sz="1600" b="1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CA" sz="16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6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CA" sz="16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𝒍𝒂𝒓𝒈𝒆</m:t>
                        </m:r>
                      </m:sub>
                    </m:sSub>
                    <m:r>
                      <a:rPr lang="en-CA" sz="16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CA" sz="1600" dirty="0">
                    <a:solidFill>
                      <a:prstClr val="white"/>
                    </a:solidFill>
                  </a:rPr>
                  <a:t> triggers reset, largest job immediately gets a turn. Queue is resorted to SJF.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6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6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CA" sz="16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𝑒𝑥𝑒𝑐</m:t>
                        </m:r>
                      </m:sub>
                    </m:sSub>
                  </m:oMath>
                </a14:m>
                <a:r>
                  <a:rPr lang="en-CA" sz="1600" dirty="0">
                    <a:solidFill>
                      <a:prstClr val="white"/>
                    </a:solidFill>
                  </a:rPr>
                  <a:t> resets to 0.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6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6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CA" sz="16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𝑙𝑎𝑟𝑔𝑒</m:t>
                        </m:r>
                      </m:sub>
                    </m:sSub>
                  </m:oMath>
                </a14:m>
                <a:r>
                  <a:rPr lang="en-CA" sz="1600" dirty="0">
                    <a:solidFill>
                      <a:prstClr val="white"/>
                    </a:solidFill>
                  </a:rPr>
                  <a:t> updates to current largest process. Start next process in queue</a:t>
                </a:r>
              </a:p>
            </p:txBody>
          </p:sp>
        </mc:Choice>
        <mc:Fallback>
          <p:sp>
            <p:nvSpPr>
              <p:cNvPr id="14" name="Content Placeholder 13">
                <a:extLst>
                  <a:ext uri="{FF2B5EF4-FFF2-40B4-BE49-F238E27FC236}">
                    <a16:creationId xmlns:a16="http://schemas.microsoft.com/office/drawing/2014/main" id="{586EB951-5785-30F1-AEC9-8DE8E92102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9" t="-683" r="-35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279975D-C486-2039-EEC6-0EDE1099E86E}"/>
              </a:ext>
            </a:extLst>
          </p:cNvPr>
          <p:cNvSpPr/>
          <p:nvPr/>
        </p:nvSpPr>
        <p:spPr>
          <a:xfrm>
            <a:off x="1218883" y="1700808"/>
            <a:ext cx="10360501" cy="122396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8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439B8C4-5C6E-F145-E8AB-D272188C3836}"/>
              </a:ext>
            </a:extLst>
          </p:cNvPr>
          <p:cNvSpPr/>
          <p:nvPr/>
        </p:nvSpPr>
        <p:spPr>
          <a:xfrm>
            <a:off x="2133972" y="4437112"/>
            <a:ext cx="9445412" cy="62150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806446E-D11E-BF7B-A179-473AE050E1EA}"/>
              </a:ext>
            </a:extLst>
          </p:cNvPr>
          <p:cNvSpPr/>
          <p:nvPr/>
        </p:nvSpPr>
        <p:spPr>
          <a:xfrm>
            <a:off x="2124642" y="5183764"/>
            <a:ext cx="9445412" cy="621500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800"/>
          </a:p>
        </p:txBody>
      </p:sp>
    </p:spTree>
    <p:extLst>
      <p:ext uri="{BB962C8B-B14F-4D97-AF65-F5344CB8AC3E}">
        <p14:creationId xmlns:p14="http://schemas.microsoft.com/office/powerpoint/2010/main" val="1012323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EA225-0D97-C1B9-F3E6-C7B1C2116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443C7-D72D-3303-50A6-7E34C8B6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>
                <a:solidFill>
                  <a:srgbClr val="009999"/>
                </a:solidFill>
              </a:rPr>
              <a:t>H – A Simple Example</a:t>
            </a:r>
            <a:endParaRPr lang="en-CA" sz="4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171FF7-4B89-3775-5BD4-254297D58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94" y="1772816"/>
            <a:ext cx="9926435" cy="44202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F3FEBE-F558-5081-4D98-0E0A2304A4A6}"/>
              </a:ext>
            </a:extLst>
          </p:cNvPr>
          <p:cNvSpPr txBox="1"/>
          <p:nvPr/>
        </p:nvSpPr>
        <p:spPr>
          <a:xfrm>
            <a:off x="9982844" y="6193033"/>
            <a:ext cx="10747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CA" sz="800" dirty="0"/>
              <a:t>*made by us in excel</a:t>
            </a:r>
          </a:p>
        </p:txBody>
      </p:sp>
    </p:spTree>
    <p:extLst>
      <p:ext uri="{BB962C8B-B14F-4D97-AF65-F5344CB8AC3E}">
        <p14:creationId xmlns:p14="http://schemas.microsoft.com/office/powerpoint/2010/main" val="1989385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995D2-0A9B-F80F-6145-CEC346247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D8161-E6E9-4AB8-0994-A78D6EE67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>
                <a:solidFill>
                  <a:srgbClr val="009999"/>
                </a:solidFill>
              </a:rPr>
              <a:t>H – A Simple Example</a:t>
            </a:r>
            <a:endParaRPr lang="en-CA" sz="4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3A1341-07D8-1BC1-B1B9-508CF91ED3F0}"/>
              </a:ext>
            </a:extLst>
          </p:cNvPr>
          <p:cNvSpPr txBox="1"/>
          <p:nvPr/>
        </p:nvSpPr>
        <p:spPr>
          <a:xfrm>
            <a:off x="10074172" y="6273377"/>
            <a:ext cx="10747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CA" sz="800" dirty="0"/>
              <a:t>*made by us in excel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F0ECE723-6DD1-3CAC-2955-AB7F31681D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767970"/>
                  </p:ext>
                </p:extLst>
              </p:nvPr>
            </p:nvGraphicFramePr>
            <p:xfrm>
              <a:off x="1577261" y="1493123"/>
              <a:ext cx="9643744" cy="4780254"/>
            </p:xfrm>
            <a:graphic>
              <a:graphicData uri="http://schemas.openxmlformats.org/drawingml/2006/table">
                <a:tbl>
                  <a:tblPr>
                    <a:tableStyleId>{21E4AEA4-8DFA-4A89-87EB-49C32662AFE0}</a:tableStyleId>
                  </a:tblPr>
                  <a:tblGrid>
                    <a:gridCol w="1052045">
                      <a:extLst>
                        <a:ext uri="{9D8B030D-6E8A-4147-A177-3AD203B41FA5}">
                          <a16:colId xmlns:a16="http://schemas.microsoft.com/office/drawing/2014/main" val="4151918419"/>
                        </a:ext>
                      </a:extLst>
                    </a:gridCol>
                    <a:gridCol w="1052045">
                      <a:extLst>
                        <a:ext uri="{9D8B030D-6E8A-4147-A177-3AD203B41FA5}">
                          <a16:colId xmlns:a16="http://schemas.microsoft.com/office/drawing/2014/main" val="2008384000"/>
                        </a:ext>
                      </a:extLst>
                    </a:gridCol>
                    <a:gridCol w="1052045">
                      <a:extLst>
                        <a:ext uri="{9D8B030D-6E8A-4147-A177-3AD203B41FA5}">
                          <a16:colId xmlns:a16="http://schemas.microsoft.com/office/drawing/2014/main" val="1160500609"/>
                        </a:ext>
                      </a:extLst>
                    </a:gridCol>
                    <a:gridCol w="1052045">
                      <a:extLst>
                        <a:ext uri="{9D8B030D-6E8A-4147-A177-3AD203B41FA5}">
                          <a16:colId xmlns:a16="http://schemas.microsoft.com/office/drawing/2014/main" val="283022389"/>
                        </a:ext>
                      </a:extLst>
                    </a:gridCol>
                    <a:gridCol w="1052045">
                      <a:extLst>
                        <a:ext uri="{9D8B030D-6E8A-4147-A177-3AD203B41FA5}">
                          <a16:colId xmlns:a16="http://schemas.microsoft.com/office/drawing/2014/main" val="90480276"/>
                        </a:ext>
                      </a:extLst>
                    </a:gridCol>
                    <a:gridCol w="1052045">
                      <a:extLst>
                        <a:ext uri="{9D8B030D-6E8A-4147-A177-3AD203B41FA5}">
                          <a16:colId xmlns:a16="http://schemas.microsoft.com/office/drawing/2014/main" val="916808038"/>
                        </a:ext>
                      </a:extLst>
                    </a:gridCol>
                    <a:gridCol w="1052045">
                      <a:extLst>
                        <a:ext uri="{9D8B030D-6E8A-4147-A177-3AD203B41FA5}">
                          <a16:colId xmlns:a16="http://schemas.microsoft.com/office/drawing/2014/main" val="3726252385"/>
                        </a:ext>
                      </a:extLst>
                    </a:gridCol>
                    <a:gridCol w="1052045">
                      <a:extLst>
                        <a:ext uri="{9D8B030D-6E8A-4147-A177-3AD203B41FA5}">
                          <a16:colId xmlns:a16="http://schemas.microsoft.com/office/drawing/2014/main" val="3607414879"/>
                        </a:ext>
                      </a:extLst>
                    </a:gridCol>
                    <a:gridCol w="723280">
                      <a:extLst>
                        <a:ext uri="{9D8B030D-6E8A-4147-A177-3AD203B41FA5}">
                          <a16:colId xmlns:a16="http://schemas.microsoft.com/office/drawing/2014/main" val="1647519284"/>
                        </a:ext>
                      </a:extLst>
                    </a:gridCol>
                    <a:gridCol w="504104">
                      <a:extLst>
                        <a:ext uri="{9D8B030D-6E8A-4147-A177-3AD203B41FA5}">
                          <a16:colId xmlns:a16="http://schemas.microsoft.com/office/drawing/2014/main" val="3711109004"/>
                        </a:ext>
                      </a:extLst>
                    </a:gridCol>
                  </a:tblGrid>
                  <a:tr h="345394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6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SJF QUEUE:</a:t>
                          </a:r>
                          <a:endParaRPr lang="en-CA" sz="1600" b="1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P1 = 6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P2 = 8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P3 = 10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32314397"/>
                      </a:ext>
                    </a:extLst>
                  </a:tr>
                  <a:tr h="345394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q = 3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sz="1800" b="0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1800" b="0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CA" sz="1800" b="0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𝑒𝑥𝑒𝑐</m:t>
                                    </m:r>
                                  </m:sub>
                                </m:sSub>
                                <m:r>
                                  <a:rPr lang="en-CA" sz="18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7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sz="1800" b="0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1800" b="0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CA" sz="1800" b="0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𝑙𝑎𝑟𝑔𝑒</m:t>
                                    </m:r>
                                  </m:sub>
                                </m:sSub>
                                <m:r>
                                  <a:rPr lang="en-CA" sz="18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=10</m:t>
                                </m:r>
                              </m:oMath>
                            </m:oMathPara>
                          </a14:m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37291067"/>
                      </a:ext>
                    </a:extLst>
                  </a:tr>
                  <a:tr h="345394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09258237"/>
                      </a:ext>
                    </a:extLst>
                  </a:tr>
                  <a:tr h="345394">
                    <a:tc gridSpan="10"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CA" sz="11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Gantt Chart</a:t>
                          </a:r>
                          <a:endParaRPr lang="en-CA" sz="1100" b="1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3842915"/>
                      </a:ext>
                    </a:extLst>
                  </a:tr>
                  <a:tr h="238322">
                    <a:tc>
                      <a:txBody>
                        <a:bodyPr/>
                        <a:lstStyle/>
                        <a:p>
                          <a:pPr algn="l" fontAlgn="ctr">
                            <a:buNone/>
                          </a:pPr>
                          <a:r>
                            <a:rPr lang="en-CA" sz="1100" b="1" u="none" strike="noStrike" dirty="0">
                              <a:solidFill>
                                <a:srgbClr val="FF0000"/>
                              </a:solidFill>
                              <a:effectLst/>
                            </a:rPr>
                            <a:t>Step:              0</a:t>
                          </a:r>
                          <a:endParaRPr lang="en-CA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>
                            <a:buNone/>
                          </a:pPr>
                          <a:r>
                            <a:rPr lang="en-CA" sz="1100" b="1" u="none" strike="noStrike" dirty="0">
                              <a:solidFill>
                                <a:srgbClr val="FF0000"/>
                              </a:solidFill>
                              <a:effectLst/>
                            </a:rPr>
                            <a:t>3</a:t>
                          </a:r>
                          <a:endParaRPr lang="en-CA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>
                            <a:buNone/>
                          </a:pPr>
                          <a:r>
                            <a:rPr lang="en-CA" sz="1100" b="1" u="none" strike="noStrike" dirty="0">
                              <a:solidFill>
                                <a:srgbClr val="FF0000"/>
                              </a:solidFill>
                              <a:effectLst/>
                            </a:rPr>
                            <a:t>6</a:t>
                          </a:r>
                          <a:endParaRPr lang="en-CA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>
                            <a:buNone/>
                          </a:pPr>
                          <a:r>
                            <a:rPr lang="en-CA" sz="1100" b="1" u="none" strike="noStrike" dirty="0">
                              <a:solidFill>
                                <a:srgbClr val="FF0000"/>
                              </a:solidFill>
                              <a:effectLst/>
                            </a:rPr>
                            <a:t>9</a:t>
                          </a:r>
                          <a:endParaRPr lang="en-CA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>
                            <a:buNone/>
                          </a:pPr>
                          <a:r>
                            <a:rPr lang="en-CA" sz="1100" b="1" u="none" strike="noStrike" dirty="0">
                              <a:solidFill>
                                <a:srgbClr val="FF0000"/>
                              </a:solidFill>
                              <a:effectLst/>
                            </a:rPr>
                            <a:t>12</a:t>
                          </a:r>
                          <a:endParaRPr lang="en-CA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>
                            <a:buNone/>
                          </a:pPr>
                          <a:r>
                            <a:rPr lang="en-CA" sz="1100" b="1" u="none" strike="noStrike" dirty="0">
                              <a:solidFill>
                                <a:srgbClr val="FF0000"/>
                              </a:solidFill>
                              <a:effectLst/>
                            </a:rPr>
                            <a:t>15</a:t>
                          </a:r>
                          <a:endParaRPr lang="en-CA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>
                            <a:buNone/>
                          </a:pPr>
                          <a:r>
                            <a:rPr lang="en-CA" sz="1100" b="1" u="none" strike="noStrike" dirty="0">
                              <a:solidFill>
                                <a:srgbClr val="FF0000"/>
                              </a:solidFill>
                              <a:effectLst/>
                            </a:rPr>
                            <a:t>18</a:t>
                          </a:r>
                          <a:endParaRPr lang="en-CA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>
                            <a:buNone/>
                          </a:pPr>
                          <a:r>
                            <a:rPr lang="en-CA" sz="1100" b="1" u="none" strike="noStrike" dirty="0">
                              <a:solidFill>
                                <a:srgbClr val="FF0000"/>
                              </a:solidFill>
                              <a:effectLst/>
                            </a:rPr>
                            <a:t>21</a:t>
                          </a:r>
                          <a:endParaRPr lang="en-CA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>
                            <a:buNone/>
                          </a:pPr>
                          <a:r>
                            <a:rPr lang="en-CA" sz="1100" b="1" u="none" strike="noStrike" dirty="0">
                              <a:solidFill>
                                <a:srgbClr val="FF0000"/>
                              </a:solidFill>
                              <a:effectLst/>
                            </a:rPr>
                            <a:t>23</a:t>
                          </a:r>
                          <a:endParaRPr lang="en-CA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>
                            <a:buNone/>
                          </a:pPr>
                          <a:r>
                            <a:rPr lang="en-CA" sz="1100" b="1" u="none" strike="noStrike" dirty="0">
                              <a:solidFill>
                                <a:srgbClr val="FF0000"/>
                              </a:solidFill>
                              <a:effectLst/>
                            </a:rPr>
                            <a:t>24</a:t>
                          </a:r>
                          <a:endParaRPr lang="en-CA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67650289"/>
                      </a:ext>
                    </a:extLst>
                  </a:tr>
                  <a:tr h="362664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CA" sz="1800" b="0" i="1" u="none" strike="noStrike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CA" sz="1800" b="0" i="1" u="none" strike="noStrike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CA" sz="1800" b="0" i="1" u="none" strike="noStrike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𝑒𝑥𝑒𝑐</m:t>
                              </m:r>
                            </m:oMath>
                          </a14:m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:   0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T w="12700" cmpd="sng">
                          <a:noFill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T w="12700" cmpd="sng">
                          <a:noFill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CA" sz="180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</a:t>
                          </a: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CA" sz="180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9</a:t>
                          </a: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12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T w="12700" cmpd="sng">
                          <a:noFill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6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18822601"/>
                      </a:ext>
                    </a:extLst>
                  </a:tr>
                  <a:tr h="362664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P1</a:t>
                          </a: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67877776"/>
                      </a:ext>
                    </a:extLst>
                  </a:tr>
                  <a:tr h="362664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P2</a:t>
                          </a: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*2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62751599"/>
                      </a:ext>
                    </a:extLst>
                  </a:tr>
                  <a:tr h="345394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P3</a:t>
                          </a: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*3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2022989"/>
                      </a:ext>
                    </a:extLst>
                  </a:tr>
                  <a:tr h="345394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B w="12700" cmpd="sng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B w="12700" cmpd="sng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CA" sz="180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RESET</a:t>
                          </a:r>
                          <a:endParaRPr lang="en-CA" sz="1800" b="1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B w="12700" cmpd="sng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B w="12700" cmpd="sng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B w="12700" cmpd="sng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RESET</a:t>
                          </a:r>
                          <a:endParaRPr lang="en-CA" sz="1800" b="1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B w="12700" cmpd="sng"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17487141"/>
                      </a:ext>
                    </a:extLst>
                  </a:tr>
                  <a:tr h="345394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57970543"/>
                      </a:ext>
                    </a:extLst>
                  </a:tr>
                  <a:tr h="345394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P3 = 4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P2 = 5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18973099"/>
                      </a:ext>
                    </a:extLst>
                  </a:tr>
                  <a:tr h="345394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sz="1800" b="0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1800" b="0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CA" sz="1800" b="0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𝑒𝑥𝑒𝑐</m:t>
                                    </m:r>
                                  </m:sub>
                                </m:sSub>
                                <m:r>
                                  <a:rPr lang="en-CA" sz="18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sz="1800" b="0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1800" b="0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CA" sz="1800" b="0" i="1" u="none" strike="noStrike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𝑙𝑎𝑟𝑔𝑒</m:t>
                                    </m:r>
                                  </m:sub>
                                </m:sSub>
                                <m:r>
                                  <a:rPr lang="en-CA" sz="18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=5</m:t>
                                </m:r>
                              </m:oMath>
                            </m:oMathPara>
                          </a14:m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78990181"/>
                      </a:ext>
                    </a:extLst>
                  </a:tr>
                  <a:tr h="345394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1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1387921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F0ECE723-6DD1-3CAC-2955-AB7F31681D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767970"/>
                  </p:ext>
                </p:extLst>
              </p:nvPr>
            </p:nvGraphicFramePr>
            <p:xfrm>
              <a:off x="1577261" y="1493123"/>
              <a:ext cx="9643744" cy="4780254"/>
            </p:xfrm>
            <a:graphic>
              <a:graphicData uri="http://schemas.openxmlformats.org/drawingml/2006/table">
                <a:tbl>
                  <a:tblPr>
                    <a:tableStyleId>{21E4AEA4-8DFA-4A89-87EB-49C32662AFE0}</a:tableStyleId>
                  </a:tblPr>
                  <a:tblGrid>
                    <a:gridCol w="1052045">
                      <a:extLst>
                        <a:ext uri="{9D8B030D-6E8A-4147-A177-3AD203B41FA5}">
                          <a16:colId xmlns:a16="http://schemas.microsoft.com/office/drawing/2014/main" val="4151918419"/>
                        </a:ext>
                      </a:extLst>
                    </a:gridCol>
                    <a:gridCol w="1052045">
                      <a:extLst>
                        <a:ext uri="{9D8B030D-6E8A-4147-A177-3AD203B41FA5}">
                          <a16:colId xmlns:a16="http://schemas.microsoft.com/office/drawing/2014/main" val="2008384000"/>
                        </a:ext>
                      </a:extLst>
                    </a:gridCol>
                    <a:gridCol w="1052045">
                      <a:extLst>
                        <a:ext uri="{9D8B030D-6E8A-4147-A177-3AD203B41FA5}">
                          <a16:colId xmlns:a16="http://schemas.microsoft.com/office/drawing/2014/main" val="1160500609"/>
                        </a:ext>
                      </a:extLst>
                    </a:gridCol>
                    <a:gridCol w="1052045">
                      <a:extLst>
                        <a:ext uri="{9D8B030D-6E8A-4147-A177-3AD203B41FA5}">
                          <a16:colId xmlns:a16="http://schemas.microsoft.com/office/drawing/2014/main" val="283022389"/>
                        </a:ext>
                      </a:extLst>
                    </a:gridCol>
                    <a:gridCol w="1052045">
                      <a:extLst>
                        <a:ext uri="{9D8B030D-6E8A-4147-A177-3AD203B41FA5}">
                          <a16:colId xmlns:a16="http://schemas.microsoft.com/office/drawing/2014/main" val="90480276"/>
                        </a:ext>
                      </a:extLst>
                    </a:gridCol>
                    <a:gridCol w="1052045">
                      <a:extLst>
                        <a:ext uri="{9D8B030D-6E8A-4147-A177-3AD203B41FA5}">
                          <a16:colId xmlns:a16="http://schemas.microsoft.com/office/drawing/2014/main" val="916808038"/>
                        </a:ext>
                      </a:extLst>
                    </a:gridCol>
                    <a:gridCol w="1052045">
                      <a:extLst>
                        <a:ext uri="{9D8B030D-6E8A-4147-A177-3AD203B41FA5}">
                          <a16:colId xmlns:a16="http://schemas.microsoft.com/office/drawing/2014/main" val="3726252385"/>
                        </a:ext>
                      </a:extLst>
                    </a:gridCol>
                    <a:gridCol w="1052045">
                      <a:extLst>
                        <a:ext uri="{9D8B030D-6E8A-4147-A177-3AD203B41FA5}">
                          <a16:colId xmlns:a16="http://schemas.microsoft.com/office/drawing/2014/main" val="3607414879"/>
                        </a:ext>
                      </a:extLst>
                    </a:gridCol>
                    <a:gridCol w="723280">
                      <a:extLst>
                        <a:ext uri="{9D8B030D-6E8A-4147-A177-3AD203B41FA5}">
                          <a16:colId xmlns:a16="http://schemas.microsoft.com/office/drawing/2014/main" val="1647519284"/>
                        </a:ext>
                      </a:extLst>
                    </a:gridCol>
                    <a:gridCol w="504104">
                      <a:extLst>
                        <a:ext uri="{9D8B030D-6E8A-4147-A177-3AD203B41FA5}">
                          <a16:colId xmlns:a16="http://schemas.microsoft.com/office/drawing/2014/main" val="3711109004"/>
                        </a:ext>
                      </a:extLst>
                    </a:gridCol>
                  </a:tblGrid>
                  <a:tr h="345394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6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SJF QUEUE:</a:t>
                          </a:r>
                          <a:endParaRPr lang="en-CA" sz="1600" b="1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P1 = 6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P2 = 8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P3 = 10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32314397"/>
                      </a:ext>
                    </a:extLst>
                  </a:tr>
                  <a:tr h="345394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q = 3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000" t="-101754" r="-616763" b="-1180702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50435" t="-101754" r="-209275" b="-118070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37291067"/>
                      </a:ext>
                    </a:extLst>
                  </a:tr>
                  <a:tr h="345394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09258237"/>
                      </a:ext>
                    </a:extLst>
                  </a:tr>
                  <a:tr h="345394">
                    <a:tc gridSpan="10"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CA" sz="11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Gantt Chart</a:t>
                          </a:r>
                          <a:endParaRPr lang="en-CA" sz="1100" b="1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3842915"/>
                      </a:ext>
                    </a:extLst>
                  </a:tr>
                  <a:tr h="238322">
                    <a:tc>
                      <a:txBody>
                        <a:bodyPr/>
                        <a:lstStyle/>
                        <a:p>
                          <a:pPr algn="l" fontAlgn="ctr">
                            <a:buNone/>
                          </a:pPr>
                          <a:r>
                            <a:rPr lang="en-CA" sz="1100" b="1" u="none" strike="noStrike" dirty="0">
                              <a:solidFill>
                                <a:srgbClr val="FF0000"/>
                              </a:solidFill>
                              <a:effectLst/>
                            </a:rPr>
                            <a:t>Step:              0</a:t>
                          </a:r>
                          <a:endParaRPr lang="en-CA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>
                            <a:buNone/>
                          </a:pPr>
                          <a:r>
                            <a:rPr lang="en-CA" sz="1100" b="1" u="none" strike="noStrike" dirty="0">
                              <a:solidFill>
                                <a:srgbClr val="FF0000"/>
                              </a:solidFill>
                              <a:effectLst/>
                            </a:rPr>
                            <a:t>3</a:t>
                          </a:r>
                          <a:endParaRPr lang="en-CA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>
                            <a:buNone/>
                          </a:pPr>
                          <a:r>
                            <a:rPr lang="en-CA" sz="1100" b="1" u="none" strike="noStrike" dirty="0">
                              <a:solidFill>
                                <a:srgbClr val="FF0000"/>
                              </a:solidFill>
                              <a:effectLst/>
                            </a:rPr>
                            <a:t>6</a:t>
                          </a:r>
                          <a:endParaRPr lang="en-CA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>
                            <a:buNone/>
                          </a:pPr>
                          <a:r>
                            <a:rPr lang="en-CA" sz="1100" b="1" u="none" strike="noStrike" dirty="0">
                              <a:solidFill>
                                <a:srgbClr val="FF0000"/>
                              </a:solidFill>
                              <a:effectLst/>
                            </a:rPr>
                            <a:t>9</a:t>
                          </a:r>
                          <a:endParaRPr lang="en-CA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>
                            <a:buNone/>
                          </a:pPr>
                          <a:r>
                            <a:rPr lang="en-CA" sz="1100" b="1" u="none" strike="noStrike" dirty="0">
                              <a:solidFill>
                                <a:srgbClr val="FF0000"/>
                              </a:solidFill>
                              <a:effectLst/>
                            </a:rPr>
                            <a:t>12</a:t>
                          </a:r>
                          <a:endParaRPr lang="en-CA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>
                            <a:buNone/>
                          </a:pPr>
                          <a:r>
                            <a:rPr lang="en-CA" sz="1100" b="1" u="none" strike="noStrike" dirty="0">
                              <a:solidFill>
                                <a:srgbClr val="FF0000"/>
                              </a:solidFill>
                              <a:effectLst/>
                            </a:rPr>
                            <a:t>15</a:t>
                          </a:r>
                          <a:endParaRPr lang="en-CA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>
                            <a:buNone/>
                          </a:pPr>
                          <a:r>
                            <a:rPr lang="en-CA" sz="1100" b="1" u="none" strike="noStrike" dirty="0">
                              <a:solidFill>
                                <a:srgbClr val="FF0000"/>
                              </a:solidFill>
                              <a:effectLst/>
                            </a:rPr>
                            <a:t>18</a:t>
                          </a:r>
                          <a:endParaRPr lang="en-CA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>
                            <a:buNone/>
                          </a:pPr>
                          <a:r>
                            <a:rPr lang="en-CA" sz="1100" b="1" u="none" strike="noStrike" dirty="0">
                              <a:solidFill>
                                <a:srgbClr val="FF0000"/>
                              </a:solidFill>
                              <a:effectLst/>
                            </a:rPr>
                            <a:t>21</a:t>
                          </a:r>
                          <a:endParaRPr lang="en-CA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>
                            <a:buNone/>
                          </a:pPr>
                          <a:r>
                            <a:rPr lang="en-CA" sz="1100" b="1" u="none" strike="noStrike" dirty="0">
                              <a:solidFill>
                                <a:srgbClr val="FF0000"/>
                              </a:solidFill>
                              <a:effectLst/>
                            </a:rPr>
                            <a:t>23</a:t>
                          </a:r>
                          <a:endParaRPr lang="en-CA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>
                            <a:buNone/>
                          </a:pPr>
                          <a:r>
                            <a:rPr lang="en-CA" sz="1100" b="1" u="none" strike="noStrike" dirty="0">
                              <a:solidFill>
                                <a:srgbClr val="FF0000"/>
                              </a:solidFill>
                              <a:effectLst/>
                            </a:rPr>
                            <a:t>24</a:t>
                          </a:r>
                          <a:endParaRPr lang="en-CA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67650289"/>
                      </a:ext>
                    </a:extLst>
                  </a:tr>
                  <a:tr h="3626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lnT w="12700" cmpd="sng">
                          <a:noFill/>
                        </a:lnT>
                        <a:blipFill>
                          <a:blip r:embed="rId2"/>
                          <a:stretch>
                            <a:fillRect l="-578" t="-445000" r="-816185" b="-76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T w="12700" cmpd="sng">
                          <a:noFill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CA" sz="180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</a:t>
                          </a: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CA" sz="180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9</a:t>
                          </a: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12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T w="12700" cmpd="sng">
                          <a:noFill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6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18822601"/>
                      </a:ext>
                    </a:extLst>
                  </a:tr>
                  <a:tr h="362664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P1</a:t>
                          </a: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67877776"/>
                      </a:ext>
                    </a:extLst>
                  </a:tr>
                  <a:tr h="362664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P2</a:t>
                          </a: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*2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62751599"/>
                      </a:ext>
                    </a:extLst>
                  </a:tr>
                  <a:tr h="345394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P3</a:t>
                          </a: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*3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2022989"/>
                      </a:ext>
                    </a:extLst>
                  </a:tr>
                  <a:tr h="345394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B w="12700" cmpd="sng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B w="12700" cmpd="sng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CA" sz="180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RESET</a:t>
                          </a:r>
                          <a:endParaRPr lang="en-CA" sz="1800" b="1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B w="12700" cmpd="sng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B w="12700" cmpd="sng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B w="12700" cmpd="sng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RESET</a:t>
                          </a:r>
                          <a:endParaRPr lang="en-CA" sz="1800" b="1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B w="12700" cmpd="sng"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17487141"/>
                      </a:ext>
                    </a:extLst>
                  </a:tr>
                  <a:tr h="345394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57970543"/>
                      </a:ext>
                    </a:extLst>
                  </a:tr>
                  <a:tr h="345394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P3 = 4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P2 = 5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18973099"/>
                      </a:ext>
                    </a:extLst>
                  </a:tr>
                  <a:tr h="345394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8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99422" t="-1180702" r="-317341" b="-101754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9711" t="-1180702" r="-58671" b="-10175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78990181"/>
                      </a:ext>
                    </a:extLst>
                  </a:tr>
                  <a:tr h="345394"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CA" sz="1100" u="none" strike="no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endParaRPr lang="en-CA" sz="11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1387921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011634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89D65-070D-5AA9-F7A8-A2BE70FED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C6A66DB-2A25-A406-0B74-34FE3C3F9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NEW ALGORITHM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</a:b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DUAL QUEUE (DQ)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86ED1DD-0D3F-285B-5EE8-D7928DAED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lang="en-CA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Key Idea: 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CA" dirty="0">
                <a:solidFill>
                  <a:prstClr val="white"/>
                </a:solidFill>
              </a:rPr>
              <a:t>Expands on H but with 2 queues (FIFO waiting queue + SJF execution queue)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CA" dirty="0">
                <a:solidFill>
                  <a:prstClr val="white"/>
                </a:solidFill>
              </a:rPr>
              <a:t>New arrivals are batched into the waiting queue and get flushed into the execution queue on reset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endParaRPr lang="en-CA" dirty="0">
              <a:solidFill>
                <a:prstClr val="white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lang="en-CA" b="1" dirty="0">
                <a:solidFill>
                  <a:srgbClr val="00B050"/>
                </a:solidFill>
              </a:rPr>
              <a:t>Advantages: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CA" dirty="0">
                <a:solidFill>
                  <a:prstClr val="white"/>
                </a:solidFill>
              </a:rPr>
              <a:t>Best RT of all algorithms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CA" dirty="0">
                <a:solidFill>
                  <a:prstClr val="white"/>
                </a:solidFill>
              </a:rPr>
              <a:t>Lower overhead than H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CA" dirty="0">
                <a:solidFill>
                  <a:prstClr val="white"/>
                </a:solidFill>
              </a:rPr>
              <a:t>No starvation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endParaRPr lang="en-CA" dirty="0">
              <a:solidFill>
                <a:prstClr val="white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lang="en-CA" b="1" dirty="0">
                <a:solidFill>
                  <a:srgbClr val="FF0000"/>
                </a:solidFill>
              </a:rPr>
              <a:t>Disadvantages: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CA" dirty="0">
                <a:solidFill>
                  <a:prstClr val="white"/>
                </a:solidFill>
              </a:rPr>
              <a:t>Even more complex logic than other algorithms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CA" dirty="0">
                <a:solidFill>
                  <a:prstClr val="white"/>
                </a:solidFill>
              </a:rPr>
              <a:t>Sorting overhead at each reset cycle</a:t>
            </a:r>
          </a:p>
        </p:txBody>
      </p:sp>
    </p:spTree>
    <p:extLst>
      <p:ext uri="{BB962C8B-B14F-4D97-AF65-F5344CB8AC3E}">
        <p14:creationId xmlns:p14="http://schemas.microsoft.com/office/powerpoint/2010/main" val="3262527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5A18D-F46B-6CE9-2000-9C640FEE5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b="1" dirty="0">
                <a:solidFill>
                  <a:schemeClr val="accent1"/>
                </a:solidFill>
              </a:rPr>
              <a:t>EXPERIMENT SETUP &amp; METRICS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AA24E-2E64-97BF-079A-89CB2A2A1849}"/>
              </a:ext>
            </a:extLst>
          </p:cNvPr>
          <p:cNvSpPr txBox="1"/>
          <p:nvPr/>
        </p:nvSpPr>
        <p:spPr>
          <a:xfrm>
            <a:off x="1347867" y="1779509"/>
            <a:ext cx="2592288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9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20</a:t>
            </a:r>
          </a:p>
          <a:p>
            <a:pPr algn="ctr"/>
            <a:r>
              <a:rPr lang="en-CA" sz="2000" b="1" dirty="0"/>
              <a:t>Process Sets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D929A0-3EFC-2E63-C85D-8DE4AAE60354}"/>
              </a:ext>
            </a:extLst>
          </p:cNvPr>
          <p:cNvSpPr txBox="1"/>
          <p:nvPr/>
        </p:nvSpPr>
        <p:spPr>
          <a:xfrm>
            <a:off x="4798268" y="1772816"/>
            <a:ext cx="2592288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9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</a:p>
          <a:p>
            <a:pPr algn="ctr"/>
            <a:r>
              <a:rPr lang="en-CA" sz="2000" b="1" dirty="0"/>
              <a:t>Process Each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DC459F-153B-A0D6-955B-242E0A395939}"/>
              </a:ext>
            </a:extLst>
          </p:cNvPr>
          <p:cNvSpPr txBox="1"/>
          <p:nvPr/>
        </p:nvSpPr>
        <p:spPr>
          <a:xfrm>
            <a:off x="8248669" y="1779509"/>
            <a:ext cx="2592288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9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</a:p>
          <a:p>
            <a:pPr algn="ctr"/>
            <a:r>
              <a:rPr lang="en-CA" sz="2000" b="1" dirty="0"/>
              <a:t>Algorithms Compared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235B565-2FB1-911F-547B-CFFEB7A087EC}"/>
              </a:ext>
            </a:extLst>
          </p:cNvPr>
          <p:cNvSpPr/>
          <p:nvPr/>
        </p:nvSpPr>
        <p:spPr>
          <a:xfrm>
            <a:off x="1347867" y="1772817"/>
            <a:ext cx="2592288" cy="2088232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80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FE0D546-23ED-9279-27BF-BBB745104B9C}"/>
              </a:ext>
            </a:extLst>
          </p:cNvPr>
          <p:cNvSpPr/>
          <p:nvPr/>
        </p:nvSpPr>
        <p:spPr>
          <a:xfrm>
            <a:off x="4798268" y="1772816"/>
            <a:ext cx="2592288" cy="2088232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8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9A3372E-6D51-8784-533B-D7D9EB3F962B}"/>
              </a:ext>
            </a:extLst>
          </p:cNvPr>
          <p:cNvSpPr/>
          <p:nvPr/>
        </p:nvSpPr>
        <p:spPr>
          <a:xfrm>
            <a:off x="8248669" y="1772816"/>
            <a:ext cx="2592288" cy="2088232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8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027BBC5-351D-28DF-DA15-EE9B15B86E4D}"/>
                  </a:ext>
                </a:extLst>
              </p:cNvPr>
              <p:cNvSpPr txBox="1"/>
              <p:nvPr/>
            </p:nvSpPr>
            <p:spPr>
              <a:xfrm>
                <a:off x="1023833" y="4437109"/>
                <a:ext cx="3240359" cy="7931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b="1" dirty="0">
                    <a:solidFill>
                      <a:schemeClr val="bg2">
                        <a:lumMod val="60000"/>
                        <a:lumOff val="40000"/>
                      </a:schemeClr>
                    </a:solidFill>
                  </a:rPr>
                  <a:t>Turnaround Time (TAT)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𝑐𝑜𝑚𝑝𝑙𝑒𝑡𝑖𝑜𝑛</m:t>
                          </m:r>
                        </m:sub>
                      </m:sSub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𝑎𝑟𝑟𝑖𝑣𝑎𝑙</m:t>
                          </m:r>
                        </m:sub>
                      </m:sSub>
                    </m:oMath>
                  </m:oMathPara>
                </a14:m>
                <a:endParaRPr lang="en-CA" sz="2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027BBC5-351D-28DF-DA15-EE9B15B86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833" y="4437109"/>
                <a:ext cx="3240359" cy="793102"/>
              </a:xfrm>
              <a:prstGeom prst="rect">
                <a:avLst/>
              </a:prstGeom>
              <a:blipFill>
                <a:blip r:embed="rId2"/>
                <a:stretch>
                  <a:fillRect l="-376" t="-6154" b="-461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FAE0BDA-BF53-2B1E-9D96-71D79082380F}"/>
                  </a:ext>
                </a:extLst>
              </p:cNvPr>
              <p:cNvSpPr txBox="1"/>
              <p:nvPr/>
            </p:nvSpPr>
            <p:spPr>
              <a:xfrm>
                <a:off x="4474232" y="4437111"/>
                <a:ext cx="3240359" cy="7940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b="1" dirty="0">
                    <a:solidFill>
                      <a:srgbClr val="92D050"/>
                    </a:solidFill>
                  </a:rPr>
                  <a:t>Response Time (RESP)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𝑓𝑖𝑟𝑠𝑡</m:t>
                          </m:r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𝑟𝑢𝑛</m:t>
                          </m:r>
                        </m:sub>
                      </m:sSub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𝑎𝑟𝑟𝑖𝑣𝑎𝑙</m:t>
                          </m:r>
                        </m:sub>
                      </m:sSub>
                    </m:oMath>
                  </m:oMathPara>
                </a14:m>
                <a:endParaRPr lang="en-CA" sz="20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FAE0BDA-BF53-2B1E-9D96-71D790823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4232" y="4437111"/>
                <a:ext cx="3240359" cy="794064"/>
              </a:xfrm>
              <a:prstGeom prst="rect">
                <a:avLst/>
              </a:prstGeom>
              <a:blipFill>
                <a:blip r:embed="rId3"/>
                <a:stretch>
                  <a:fillRect t="-6154" b="-461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12150B25-749B-2E9A-6E38-5B6F9ABD8979}"/>
              </a:ext>
            </a:extLst>
          </p:cNvPr>
          <p:cNvSpPr txBox="1"/>
          <p:nvPr/>
        </p:nvSpPr>
        <p:spPr>
          <a:xfrm>
            <a:off x="7924633" y="4437110"/>
            <a:ext cx="324035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>
                <a:solidFill>
                  <a:schemeClr val="accent2"/>
                </a:solidFill>
              </a:rPr>
              <a:t>Waiting Time (WT)</a:t>
            </a:r>
          </a:p>
          <a:p>
            <a:pPr algn="ctr"/>
            <a:r>
              <a:rPr lang="en-CA" sz="2000" dirty="0"/>
              <a:t>Total time spend idle in the ready queue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B93EE73-BF0C-8055-C605-3326E49F8470}"/>
              </a:ext>
            </a:extLst>
          </p:cNvPr>
          <p:cNvSpPr/>
          <p:nvPr/>
        </p:nvSpPr>
        <p:spPr>
          <a:xfrm>
            <a:off x="1023833" y="4295998"/>
            <a:ext cx="3240358" cy="1218329"/>
          </a:xfrm>
          <a:prstGeom prst="roundRect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80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65626D2-B2CB-9E50-3C9E-60B965879B3B}"/>
              </a:ext>
            </a:extLst>
          </p:cNvPr>
          <p:cNvSpPr/>
          <p:nvPr/>
        </p:nvSpPr>
        <p:spPr>
          <a:xfrm>
            <a:off x="4474231" y="4295997"/>
            <a:ext cx="3240358" cy="1218329"/>
          </a:xfrm>
          <a:prstGeom prst="round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80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72D5FB7-9270-9EFE-8452-2D7A1E2307CA}"/>
              </a:ext>
            </a:extLst>
          </p:cNvPr>
          <p:cNvSpPr/>
          <p:nvPr/>
        </p:nvSpPr>
        <p:spPr>
          <a:xfrm>
            <a:off x="7924628" y="4295997"/>
            <a:ext cx="3240358" cy="1218329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800"/>
          </a:p>
        </p:txBody>
      </p:sp>
    </p:spTree>
    <p:extLst>
      <p:ext uri="{BB962C8B-B14F-4D97-AF65-F5344CB8AC3E}">
        <p14:creationId xmlns:p14="http://schemas.microsoft.com/office/powerpoint/2010/main" val="416676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90D1F-4D76-E328-A69C-0BE8B996D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b="1" dirty="0">
                <a:solidFill>
                  <a:schemeClr val="accent1"/>
                </a:solidFill>
              </a:rPr>
              <a:t>EXPERIMENT RESULTS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1AC203C-90C3-FB43-FFF5-45791CC990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7619393"/>
              </p:ext>
            </p:extLst>
          </p:nvPr>
        </p:nvGraphicFramePr>
        <p:xfrm>
          <a:off x="261764" y="1498600"/>
          <a:ext cx="8424936" cy="52093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16376F4-8B40-55EB-98B2-CEDE64D57010}"/>
              </a:ext>
            </a:extLst>
          </p:cNvPr>
          <p:cNvSpPr txBox="1"/>
          <p:nvPr/>
        </p:nvSpPr>
        <p:spPr>
          <a:xfrm>
            <a:off x="8906934" y="1498600"/>
            <a:ext cx="245221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/>
              <a:t>H</a:t>
            </a:r>
            <a:r>
              <a:rPr lang="en-CA" sz="2000" dirty="0"/>
              <a:t> Wins</a:t>
            </a:r>
          </a:p>
          <a:p>
            <a:r>
              <a:rPr lang="en-CA" sz="2800" b="1" dirty="0">
                <a:solidFill>
                  <a:schemeClr val="accent2"/>
                </a:solidFill>
              </a:rPr>
              <a:t>Waiting Time</a:t>
            </a:r>
          </a:p>
          <a:p>
            <a:r>
              <a:rPr lang="en-CA" sz="1400" dirty="0"/>
              <a:t>3,136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584ABB-E548-2310-6BBD-5A29B1330B79}"/>
              </a:ext>
            </a:extLst>
          </p:cNvPr>
          <p:cNvSpPr txBox="1"/>
          <p:nvPr/>
        </p:nvSpPr>
        <p:spPr>
          <a:xfrm>
            <a:off x="8895878" y="2813895"/>
            <a:ext cx="245221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/>
              <a:t>DQ</a:t>
            </a:r>
            <a:r>
              <a:rPr lang="en-CA" sz="2000" dirty="0"/>
              <a:t> Wins</a:t>
            </a:r>
          </a:p>
          <a:p>
            <a:r>
              <a:rPr lang="en-CA" sz="2800" b="1" dirty="0">
                <a:solidFill>
                  <a:srgbClr val="92D050"/>
                </a:solidFill>
              </a:rPr>
              <a:t>Response Time</a:t>
            </a:r>
          </a:p>
          <a:p>
            <a:r>
              <a:rPr lang="en-CA" sz="1400" dirty="0"/>
              <a:t>1937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EE21B6-0592-4DDB-63A5-FBADB9A350E5}"/>
              </a:ext>
            </a:extLst>
          </p:cNvPr>
          <p:cNvSpPr txBox="1"/>
          <p:nvPr/>
        </p:nvSpPr>
        <p:spPr>
          <a:xfrm>
            <a:off x="8906934" y="5445224"/>
            <a:ext cx="2441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Both</a:t>
            </a:r>
          </a:p>
          <a:p>
            <a:r>
              <a:rPr lang="en-CA" sz="2800" b="1" dirty="0">
                <a:solidFill>
                  <a:srgbClr val="CF2F74"/>
                </a:solidFill>
              </a:rPr>
              <a:t>No Starvation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1763D7-5686-938D-5A64-39F116867B89}"/>
              </a:ext>
            </a:extLst>
          </p:cNvPr>
          <p:cNvSpPr txBox="1"/>
          <p:nvPr/>
        </p:nvSpPr>
        <p:spPr>
          <a:xfrm>
            <a:off x="8906934" y="4129190"/>
            <a:ext cx="3020127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Both Have Low</a:t>
            </a:r>
          </a:p>
          <a:p>
            <a:r>
              <a:rPr lang="en-CA" sz="28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Turnaround Times</a:t>
            </a:r>
          </a:p>
          <a:p>
            <a:r>
              <a:rPr lang="en-CA" sz="1400" dirty="0"/>
              <a:t>5517(H) / 7125 (DQ)</a:t>
            </a:r>
          </a:p>
        </p:txBody>
      </p:sp>
    </p:spTree>
    <p:extLst>
      <p:ext uri="{BB962C8B-B14F-4D97-AF65-F5344CB8AC3E}">
        <p14:creationId xmlns:p14="http://schemas.microsoft.com/office/powerpoint/2010/main" val="2050122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31836-3453-9696-F098-9193CB1D6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b="1" dirty="0">
                <a:solidFill>
                  <a:schemeClr val="accent1"/>
                </a:solidFill>
              </a:rPr>
              <a:t>CONNECTION TO CORE OS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15A98-CD30-9CE8-1A1E-4B392E4E6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889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1CB4E-23D7-B320-2967-DFBD51A5C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b="1" dirty="0">
                <a:solidFill>
                  <a:schemeClr val="accent1"/>
                </a:solidFill>
              </a:rPr>
              <a:t>CRITICAL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DE076-99BF-6AEA-3A98-D934FD5A9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98045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59242-1815-6264-DC9A-B3531C3C0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b="1" dirty="0">
                <a:solidFill>
                  <a:schemeClr val="accent1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059D4-1691-0061-8080-5F4F2640B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2302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4873beb7-5857-4685-be1f-d57550cc96cc"/>
    <ds:schemaRef ds:uri="http://purl.org/dc/elements/1.1/"/>
    <ds:schemaRef ds:uri="http://www.w3.org/XML/1998/namespace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3e3a34a9-6b8e-49e7-a3de-2deb53ffe392}" enabled="1" method="Privileged" siteId="{7d1f33e0-3d34-4cb9-8027-96fd0150f5d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468</TotalTime>
  <Words>795</Words>
  <Application>Microsoft Office PowerPoint</Application>
  <PresentationFormat>Custom</PresentationFormat>
  <Paragraphs>199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 Narrow</vt:lpstr>
      <vt:lpstr>Arial</vt:lpstr>
      <vt:lpstr>Calibri</vt:lpstr>
      <vt:lpstr>Cambria Math</vt:lpstr>
      <vt:lpstr>Tech 16x9</vt:lpstr>
      <vt:lpstr>Hybrid Scheduling &amp;  Dual Queue Scheduling</vt:lpstr>
      <vt:lpstr>MOTIVATION &amp; PROBLEM STATEMENT</vt:lpstr>
      <vt:lpstr>CLASSIC ALGORITHM FCFS</vt:lpstr>
      <vt:lpstr>CLASSIC ALGORITHM SJF</vt:lpstr>
      <vt:lpstr>CLASSIC ALGORITHM STCF</vt:lpstr>
      <vt:lpstr>CLASSIC ALGORITHM RR</vt:lpstr>
      <vt:lpstr>NEW ALGORITHM HYBRID (H)</vt:lpstr>
      <vt:lpstr>H – A Deeper Look</vt:lpstr>
      <vt:lpstr>H – A Simple Example</vt:lpstr>
      <vt:lpstr>H – A Simple Example</vt:lpstr>
      <vt:lpstr>NEW ALGORITHM DUAL QUEUE (DQ)</vt:lpstr>
      <vt:lpstr>EXPERIMENT SETUP &amp; METRICS</vt:lpstr>
      <vt:lpstr>EXPERIMENT RESULTS</vt:lpstr>
      <vt:lpstr>CONNECTION TO CORE OS CONCEPTS</vt:lpstr>
      <vt:lpstr>CRITICAL REFLECTION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Usuanlele</dc:creator>
  <cp:lastModifiedBy>Kevin Usuanlele</cp:lastModifiedBy>
  <cp:revision>1</cp:revision>
  <dcterms:created xsi:type="dcterms:W3CDTF">2026-06-08T23:59:10Z</dcterms:created>
  <dcterms:modified xsi:type="dcterms:W3CDTF">2026-06-13T06:02:33Z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